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11879263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0C0C"/>
    <a:srgbClr val="909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A1A70B-2FAB-44C9-9F8F-ADEC70ED84E9}" v="30" dt="2024-12-27T05:38:22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8" autoAdjust="0"/>
    <p:restoredTop sz="94660"/>
  </p:normalViewPr>
  <p:slideViewPr>
    <p:cSldViewPr snapToGrid="0">
      <p:cViewPr>
        <p:scale>
          <a:sx n="100" d="100"/>
          <a:sy n="100" d="100"/>
        </p:scale>
        <p:origin x="-48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CHIYAMA Yuusuke" userId="758e3d5f-3bbb-4028-bd3a-66c5ef996226" providerId="ADAL" clId="{22A1A70B-2FAB-44C9-9F8F-ADEC70ED84E9}"/>
    <pc:docChg chg="undo custSel modSld modMainMaster">
      <pc:chgData name="UCHIYAMA Yuusuke" userId="758e3d5f-3bbb-4028-bd3a-66c5ef996226" providerId="ADAL" clId="{22A1A70B-2FAB-44C9-9F8F-ADEC70ED84E9}" dt="2024-12-27T05:55:53.746" v="557" actId="20577"/>
      <pc:docMkLst>
        <pc:docMk/>
      </pc:docMkLst>
      <pc:sldChg chg="addSp delSp modSp mod">
        <pc:chgData name="UCHIYAMA Yuusuke" userId="758e3d5f-3bbb-4028-bd3a-66c5ef996226" providerId="ADAL" clId="{22A1A70B-2FAB-44C9-9F8F-ADEC70ED84E9}" dt="2024-12-27T05:55:53.746" v="557" actId="20577"/>
        <pc:sldMkLst>
          <pc:docMk/>
          <pc:sldMk cId="1699194054" sldId="256"/>
        </pc:sldMkLst>
        <pc:spChg chg="del mod topLvl">
          <ac:chgData name="UCHIYAMA Yuusuke" userId="758e3d5f-3bbb-4028-bd3a-66c5ef996226" providerId="ADAL" clId="{22A1A70B-2FAB-44C9-9F8F-ADEC70ED84E9}" dt="2024-12-27T05:12:29.911" v="4" actId="21"/>
          <ac:spMkLst>
            <pc:docMk/>
            <pc:sldMk cId="1699194054" sldId="256"/>
            <ac:spMk id="3" creationId="{E99CF408-9BC5-8DFC-E02B-F6C79AC46DC2}"/>
          </ac:spMkLst>
        </pc:spChg>
        <pc:spChg chg="del mod topLvl">
          <ac:chgData name="UCHIYAMA Yuusuke" userId="758e3d5f-3bbb-4028-bd3a-66c5ef996226" providerId="ADAL" clId="{22A1A70B-2FAB-44C9-9F8F-ADEC70ED84E9}" dt="2024-12-27T05:12:18.917" v="1" actId="21"/>
          <ac:spMkLst>
            <pc:docMk/>
            <pc:sldMk cId="1699194054" sldId="256"/>
            <ac:spMk id="5" creationId="{DFABD773-670A-07F1-E8CF-55FB1017AB66}"/>
          </ac:spMkLst>
        </pc:spChg>
        <pc:spChg chg="del mod topLvl">
          <ac:chgData name="UCHIYAMA Yuusuke" userId="758e3d5f-3bbb-4028-bd3a-66c5ef996226" providerId="ADAL" clId="{22A1A70B-2FAB-44C9-9F8F-ADEC70ED84E9}" dt="2024-12-27T05:12:18.917" v="1" actId="21"/>
          <ac:spMkLst>
            <pc:docMk/>
            <pc:sldMk cId="1699194054" sldId="256"/>
            <ac:spMk id="7" creationId="{C8422762-7163-612E-1639-E6B15287EC6D}"/>
          </ac:spMkLst>
        </pc:spChg>
        <pc:spChg chg="del mod topLvl">
          <ac:chgData name="UCHIYAMA Yuusuke" userId="758e3d5f-3bbb-4028-bd3a-66c5ef996226" providerId="ADAL" clId="{22A1A70B-2FAB-44C9-9F8F-ADEC70ED84E9}" dt="2024-12-27T05:12:18.917" v="1" actId="21"/>
          <ac:spMkLst>
            <pc:docMk/>
            <pc:sldMk cId="1699194054" sldId="256"/>
            <ac:spMk id="8" creationId="{767F2997-F6D9-B6C7-97D1-4C207558648E}"/>
          </ac:spMkLst>
        </pc:spChg>
        <pc:spChg chg="del mod topLvl">
          <ac:chgData name="UCHIYAMA Yuusuke" userId="758e3d5f-3bbb-4028-bd3a-66c5ef996226" providerId="ADAL" clId="{22A1A70B-2FAB-44C9-9F8F-ADEC70ED84E9}" dt="2024-12-27T05:14:13.632" v="18" actId="21"/>
          <ac:spMkLst>
            <pc:docMk/>
            <pc:sldMk cId="1699194054" sldId="256"/>
            <ac:spMk id="11" creationId="{8B0D92C7-D504-9501-7214-9AA4329E35DE}"/>
          </ac:spMkLst>
        </pc:spChg>
        <pc:spChg chg="del mod topLvl">
          <ac:chgData name="UCHIYAMA Yuusuke" userId="758e3d5f-3bbb-4028-bd3a-66c5ef996226" providerId="ADAL" clId="{22A1A70B-2FAB-44C9-9F8F-ADEC70ED84E9}" dt="2024-12-27T05:14:10.874" v="17" actId="21"/>
          <ac:spMkLst>
            <pc:docMk/>
            <pc:sldMk cId="1699194054" sldId="256"/>
            <ac:spMk id="12" creationId="{6FFD9AF7-39D9-53C0-7A4C-CBC434C9A76F}"/>
          </ac:spMkLst>
        </pc:spChg>
        <pc:spChg chg="del mod topLvl">
          <ac:chgData name="UCHIYAMA Yuusuke" userId="758e3d5f-3bbb-4028-bd3a-66c5ef996226" providerId="ADAL" clId="{22A1A70B-2FAB-44C9-9F8F-ADEC70ED84E9}" dt="2024-12-27T05:12:18.917" v="1" actId="21"/>
          <ac:spMkLst>
            <pc:docMk/>
            <pc:sldMk cId="1699194054" sldId="256"/>
            <ac:spMk id="13" creationId="{B43064FB-F310-E6CB-75C3-E1695BEF8733}"/>
          </ac:spMkLst>
        </pc:spChg>
        <pc:spChg chg="del mod topLvl">
          <ac:chgData name="UCHIYAMA Yuusuke" userId="758e3d5f-3bbb-4028-bd3a-66c5ef996226" providerId="ADAL" clId="{22A1A70B-2FAB-44C9-9F8F-ADEC70ED84E9}" dt="2024-12-27T05:12:18.917" v="1" actId="21"/>
          <ac:spMkLst>
            <pc:docMk/>
            <pc:sldMk cId="1699194054" sldId="256"/>
            <ac:spMk id="14" creationId="{299D802D-25B3-2CDD-ADAF-E55480183F88}"/>
          </ac:spMkLst>
        </pc:spChg>
        <pc:spChg chg="del mod topLvl">
          <ac:chgData name="UCHIYAMA Yuusuke" userId="758e3d5f-3bbb-4028-bd3a-66c5ef996226" providerId="ADAL" clId="{22A1A70B-2FAB-44C9-9F8F-ADEC70ED84E9}" dt="2024-12-27T05:12:18.917" v="1" actId="21"/>
          <ac:spMkLst>
            <pc:docMk/>
            <pc:sldMk cId="1699194054" sldId="256"/>
            <ac:spMk id="16" creationId="{7AD38C91-4154-A548-B948-7C3DCB9301F1}"/>
          </ac:spMkLst>
        </pc:spChg>
        <pc:spChg chg="del mod topLvl">
          <ac:chgData name="UCHIYAMA Yuusuke" userId="758e3d5f-3bbb-4028-bd3a-66c5ef996226" providerId="ADAL" clId="{22A1A70B-2FAB-44C9-9F8F-ADEC70ED84E9}" dt="2024-12-27T05:12:18.917" v="1" actId="21"/>
          <ac:spMkLst>
            <pc:docMk/>
            <pc:sldMk cId="1699194054" sldId="256"/>
            <ac:spMk id="17" creationId="{5676D072-D4C0-918D-C1DB-24815868B61C}"/>
          </ac:spMkLst>
        </pc:spChg>
        <pc:spChg chg="del mod topLvl">
          <ac:chgData name="UCHIYAMA Yuusuke" userId="758e3d5f-3bbb-4028-bd3a-66c5ef996226" providerId="ADAL" clId="{22A1A70B-2FAB-44C9-9F8F-ADEC70ED84E9}" dt="2024-12-27T05:14:08.277" v="16" actId="21"/>
          <ac:spMkLst>
            <pc:docMk/>
            <pc:sldMk cId="1699194054" sldId="256"/>
            <ac:spMk id="20" creationId="{C9D7C714-6063-89E8-E4AE-888B6A4C1184}"/>
          </ac:spMkLst>
        </pc:spChg>
        <pc:spChg chg="del mod topLvl">
          <ac:chgData name="UCHIYAMA Yuusuke" userId="758e3d5f-3bbb-4028-bd3a-66c5ef996226" providerId="ADAL" clId="{22A1A70B-2FAB-44C9-9F8F-ADEC70ED84E9}" dt="2024-12-27T05:20:39.432" v="124" actId="21"/>
          <ac:spMkLst>
            <pc:docMk/>
            <pc:sldMk cId="1699194054" sldId="256"/>
            <ac:spMk id="21" creationId="{22427205-ACE7-16A8-2D60-E4584AFE1A9E}"/>
          </ac:spMkLst>
        </pc:spChg>
        <pc:spChg chg="del mod topLvl">
          <ac:chgData name="UCHIYAMA Yuusuke" userId="758e3d5f-3bbb-4028-bd3a-66c5ef996226" providerId="ADAL" clId="{22A1A70B-2FAB-44C9-9F8F-ADEC70ED84E9}" dt="2024-12-27T05:18:48.969" v="37" actId="21"/>
          <ac:spMkLst>
            <pc:docMk/>
            <pc:sldMk cId="1699194054" sldId="256"/>
            <ac:spMk id="22" creationId="{A8381D4E-DA3F-015F-038B-207F348513D8}"/>
          </ac:spMkLst>
        </pc:spChg>
        <pc:spChg chg="mod topLvl">
          <ac:chgData name="UCHIYAMA Yuusuke" userId="758e3d5f-3bbb-4028-bd3a-66c5ef996226" providerId="ADAL" clId="{22A1A70B-2FAB-44C9-9F8F-ADEC70ED84E9}" dt="2024-12-27T05:38:14.272" v="537"/>
          <ac:spMkLst>
            <pc:docMk/>
            <pc:sldMk cId="1699194054" sldId="256"/>
            <ac:spMk id="24" creationId="{26163E41-AA1F-742C-094C-C08F135815D0}"/>
          </ac:spMkLst>
        </pc:spChg>
        <pc:spChg chg="mod topLvl">
          <ac:chgData name="UCHIYAMA Yuusuke" userId="758e3d5f-3bbb-4028-bd3a-66c5ef996226" providerId="ADAL" clId="{22A1A70B-2FAB-44C9-9F8F-ADEC70ED84E9}" dt="2024-12-27T05:39:58.574" v="551" actId="1076"/>
          <ac:spMkLst>
            <pc:docMk/>
            <pc:sldMk cId="1699194054" sldId="256"/>
            <ac:spMk id="25" creationId="{6B1E8ED6-34CF-B238-18BF-CE6FA5064FA6}"/>
          </ac:spMkLst>
        </pc:spChg>
        <pc:spChg chg="mod topLvl">
          <ac:chgData name="UCHIYAMA Yuusuke" userId="758e3d5f-3bbb-4028-bd3a-66c5ef996226" providerId="ADAL" clId="{22A1A70B-2FAB-44C9-9F8F-ADEC70ED84E9}" dt="2024-12-27T05:38:31.983" v="538" actId="1076"/>
          <ac:spMkLst>
            <pc:docMk/>
            <pc:sldMk cId="1699194054" sldId="256"/>
            <ac:spMk id="28" creationId="{4346A8FD-7A80-5BFC-FEAD-5D64C3BF450F}"/>
          </ac:spMkLst>
        </pc:spChg>
        <pc:spChg chg="del mod topLvl">
          <ac:chgData name="UCHIYAMA Yuusuke" userId="758e3d5f-3bbb-4028-bd3a-66c5ef996226" providerId="ADAL" clId="{22A1A70B-2FAB-44C9-9F8F-ADEC70ED84E9}" dt="2024-12-27T05:12:18.917" v="1" actId="21"/>
          <ac:spMkLst>
            <pc:docMk/>
            <pc:sldMk cId="1699194054" sldId="256"/>
            <ac:spMk id="29" creationId="{06510784-3AD5-EE2E-96CD-4747F85269A4}"/>
          </ac:spMkLst>
        </pc:spChg>
        <pc:spChg chg="del mod topLvl">
          <ac:chgData name="UCHIYAMA Yuusuke" userId="758e3d5f-3bbb-4028-bd3a-66c5ef996226" providerId="ADAL" clId="{22A1A70B-2FAB-44C9-9F8F-ADEC70ED84E9}" dt="2024-12-27T05:12:18.917" v="1" actId="21"/>
          <ac:spMkLst>
            <pc:docMk/>
            <pc:sldMk cId="1699194054" sldId="256"/>
            <ac:spMk id="30" creationId="{B8AB7FA0-BFD2-2A7D-8690-0A9A0C992123}"/>
          </ac:spMkLst>
        </pc:spChg>
        <pc:spChg chg="add mod">
          <ac:chgData name="UCHIYAMA Yuusuke" userId="758e3d5f-3bbb-4028-bd3a-66c5ef996226" providerId="ADAL" clId="{22A1A70B-2FAB-44C9-9F8F-ADEC70ED84E9}" dt="2024-12-27T05:38:31.983" v="538" actId="1076"/>
          <ac:spMkLst>
            <pc:docMk/>
            <pc:sldMk cId="1699194054" sldId="256"/>
            <ac:spMk id="41" creationId="{A6CDCF6F-4BD4-084B-7E1A-AE08F75A13B7}"/>
          </ac:spMkLst>
        </pc:spChg>
        <pc:spChg chg="add del mod">
          <ac:chgData name="UCHIYAMA Yuusuke" userId="758e3d5f-3bbb-4028-bd3a-66c5ef996226" providerId="ADAL" clId="{22A1A70B-2FAB-44C9-9F8F-ADEC70ED84E9}" dt="2024-12-27T05:39:44.820" v="549" actId="1076"/>
          <ac:spMkLst>
            <pc:docMk/>
            <pc:sldMk cId="1699194054" sldId="256"/>
            <ac:spMk id="44" creationId="{831D3A19-029D-EA3F-518E-EE22DDF131E7}"/>
          </ac:spMkLst>
        </pc:spChg>
        <pc:spChg chg="add mod">
          <ac:chgData name="UCHIYAMA Yuusuke" userId="758e3d5f-3bbb-4028-bd3a-66c5ef996226" providerId="ADAL" clId="{22A1A70B-2FAB-44C9-9F8F-ADEC70ED84E9}" dt="2024-12-27T05:38:14.272" v="537"/>
          <ac:spMkLst>
            <pc:docMk/>
            <pc:sldMk cId="1699194054" sldId="256"/>
            <ac:spMk id="51" creationId="{90C30F78-E962-80C3-7A2D-5E5520B817CC}"/>
          </ac:spMkLst>
        </pc:spChg>
        <pc:spChg chg="add mod">
          <ac:chgData name="UCHIYAMA Yuusuke" userId="758e3d5f-3bbb-4028-bd3a-66c5ef996226" providerId="ADAL" clId="{22A1A70B-2FAB-44C9-9F8F-ADEC70ED84E9}" dt="2024-12-27T05:38:31.983" v="538" actId="1076"/>
          <ac:spMkLst>
            <pc:docMk/>
            <pc:sldMk cId="1699194054" sldId="256"/>
            <ac:spMk id="53" creationId="{3513569A-AB11-6304-466C-5E62D276D17E}"/>
          </ac:spMkLst>
        </pc:spChg>
        <pc:spChg chg="add mod ord">
          <ac:chgData name="UCHIYAMA Yuusuke" userId="758e3d5f-3bbb-4028-bd3a-66c5ef996226" providerId="ADAL" clId="{22A1A70B-2FAB-44C9-9F8F-ADEC70ED84E9}" dt="2024-12-27T05:38:31.983" v="538" actId="1076"/>
          <ac:spMkLst>
            <pc:docMk/>
            <pc:sldMk cId="1699194054" sldId="256"/>
            <ac:spMk id="60" creationId="{8D0E2EA5-A404-2888-F1AB-FB5CAA8FBD43}"/>
          </ac:spMkLst>
        </pc:spChg>
        <pc:spChg chg="add mod">
          <ac:chgData name="UCHIYAMA Yuusuke" userId="758e3d5f-3bbb-4028-bd3a-66c5ef996226" providerId="ADAL" clId="{22A1A70B-2FAB-44C9-9F8F-ADEC70ED84E9}" dt="2024-12-27T05:38:14.272" v="537"/>
          <ac:spMkLst>
            <pc:docMk/>
            <pc:sldMk cId="1699194054" sldId="256"/>
            <ac:spMk id="61" creationId="{0FB35778-F1A7-A1E5-814A-D7DD8A4927F0}"/>
          </ac:spMkLst>
        </pc:spChg>
        <pc:spChg chg="add mod">
          <ac:chgData name="UCHIYAMA Yuusuke" userId="758e3d5f-3bbb-4028-bd3a-66c5ef996226" providerId="ADAL" clId="{22A1A70B-2FAB-44C9-9F8F-ADEC70ED84E9}" dt="2024-12-27T05:38:31.983" v="538" actId="1076"/>
          <ac:spMkLst>
            <pc:docMk/>
            <pc:sldMk cId="1699194054" sldId="256"/>
            <ac:spMk id="62" creationId="{E7A13E6F-66C5-65B0-8613-C4B5459ECD66}"/>
          </ac:spMkLst>
        </pc:spChg>
        <pc:spChg chg="add mod">
          <ac:chgData name="UCHIYAMA Yuusuke" userId="758e3d5f-3bbb-4028-bd3a-66c5ef996226" providerId="ADAL" clId="{22A1A70B-2FAB-44C9-9F8F-ADEC70ED84E9}" dt="2024-12-27T05:39:18.631" v="545" actId="1076"/>
          <ac:spMkLst>
            <pc:docMk/>
            <pc:sldMk cId="1699194054" sldId="256"/>
            <ac:spMk id="66" creationId="{E68BEDA9-7359-31D9-7DDD-DF54B3A2FEB6}"/>
          </ac:spMkLst>
        </pc:spChg>
        <pc:spChg chg="add mod">
          <ac:chgData name="UCHIYAMA Yuusuke" userId="758e3d5f-3bbb-4028-bd3a-66c5ef996226" providerId="ADAL" clId="{22A1A70B-2FAB-44C9-9F8F-ADEC70ED84E9}" dt="2024-12-27T05:55:53.746" v="557" actId="20577"/>
          <ac:spMkLst>
            <pc:docMk/>
            <pc:sldMk cId="1699194054" sldId="256"/>
            <ac:spMk id="67" creationId="{BE8A343F-C032-3E9D-2FFA-B53043BCF3C1}"/>
          </ac:spMkLst>
        </pc:spChg>
        <pc:grpChg chg="del">
          <ac:chgData name="UCHIYAMA Yuusuke" userId="758e3d5f-3bbb-4028-bd3a-66c5ef996226" providerId="ADAL" clId="{22A1A70B-2FAB-44C9-9F8F-ADEC70ED84E9}" dt="2024-12-27T05:12:12.838" v="0" actId="165"/>
          <ac:grpSpMkLst>
            <pc:docMk/>
            <pc:sldMk cId="1699194054" sldId="256"/>
            <ac:grpSpMk id="33" creationId="{B8A7220A-76CA-53D9-C300-21907B12C0BC}"/>
          </ac:grpSpMkLst>
        </pc:grpChg>
        <pc:grpChg chg="add mod">
          <ac:chgData name="UCHIYAMA Yuusuke" userId="758e3d5f-3bbb-4028-bd3a-66c5ef996226" providerId="ADAL" clId="{22A1A70B-2FAB-44C9-9F8F-ADEC70ED84E9}" dt="2024-12-27T05:38:31.983" v="538" actId="1076"/>
          <ac:grpSpMkLst>
            <pc:docMk/>
            <pc:sldMk cId="1699194054" sldId="256"/>
            <ac:grpSpMk id="34" creationId="{E90C55D3-B18F-F796-F316-95634194B04D}"/>
          </ac:grpSpMkLst>
        </pc:grpChg>
        <pc:grpChg chg="add mod ord">
          <ac:chgData name="UCHIYAMA Yuusuke" userId="758e3d5f-3bbb-4028-bd3a-66c5ef996226" providerId="ADAL" clId="{22A1A70B-2FAB-44C9-9F8F-ADEC70ED84E9}" dt="2024-12-27T05:38:31.983" v="538" actId="1076"/>
          <ac:grpSpMkLst>
            <pc:docMk/>
            <pc:sldMk cId="1699194054" sldId="256"/>
            <ac:grpSpMk id="52" creationId="{0CB1CFFC-03D2-7324-1A73-6FA69E963BF6}"/>
          </ac:grpSpMkLst>
        </pc:grpChg>
        <pc:picChg chg="del mod topLvl">
          <ac:chgData name="UCHIYAMA Yuusuke" userId="758e3d5f-3bbb-4028-bd3a-66c5ef996226" providerId="ADAL" clId="{22A1A70B-2FAB-44C9-9F8F-ADEC70ED84E9}" dt="2024-12-27T05:12:18.917" v="1" actId="21"/>
          <ac:picMkLst>
            <pc:docMk/>
            <pc:sldMk cId="1699194054" sldId="256"/>
            <ac:picMk id="4" creationId="{C1ACA347-AA49-207C-D228-294314E2D43E}"/>
          </ac:picMkLst>
        </pc:picChg>
        <pc:picChg chg="add mod ord modCrop">
          <ac:chgData name="UCHIYAMA Yuusuke" userId="758e3d5f-3bbb-4028-bd3a-66c5ef996226" providerId="ADAL" clId="{22A1A70B-2FAB-44C9-9F8F-ADEC70ED84E9}" dt="2024-12-27T05:55:28.108" v="556" actId="732"/>
          <ac:picMkLst>
            <pc:docMk/>
            <pc:sldMk cId="1699194054" sldId="256"/>
            <ac:picMk id="6" creationId="{4261D5B3-C2FE-E179-2B3A-D92CEB4F1926}"/>
          </ac:picMkLst>
        </pc:picChg>
        <pc:picChg chg="del mod topLvl">
          <ac:chgData name="UCHIYAMA Yuusuke" userId="758e3d5f-3bbb-4028-bd3a-66c5ef996226" providerId="ADAL" clId="{22A1A70B-2FAB-44C9-9F8F-ADEC70ED84E9}" dt="2024-12-27T05:12:18.917" v="1" actId="21"/>
          <ac:picMkLst>
            <pc:docMk/>
            <pc:sldMk cId="1699194054" sldId="256"/>
            <ac:picMk id="10" creationId="{E590D526-F766-6A85-3CC5-089DB325534E}"/>
          </ac:picMkLst>
        </pc:picChg>
        <pc:picChg chg="del mod topLvl">
          <ac:chgData name="UCHIYAMA Yuusuke" userId="758e3d5f-3bbb-4028-bd3a-66c5ef996226" providerId="ADAL" clId="{22A1A70B-2FAB-44C9-9F8F-ADEC70ED84E9}" dt="2024-12-27T05:12:22.729" v="3" actId="21"/>
          <ac:picMkLst>
            <pc:docMk/>
            <pc:sldMk cId="1699194054" sldId="256"/>
            <ac:picMk id="19" creationId="{3C1E40E8-2917-CCCA-9A3F-631850FFD5C7}"/>
          </ac:picMkLst>
        </pc:picChg>
        <pc:cxnChg chg="del mod topLvl">
          <ac:chgData name="UCHIYAMA Yuusuke" userId="758e3d5f-3bbb-4028-bd3a-66c5ef996226" providerId="ADAL" clId="{22A1A70B-2FAB-44C9-9F8F-ADEC70ED84E9}" dt="2024-12-27T05:12:18.917" v="1" actId="21"/>
          <ac:cxnSpMkLst>
            <pc:docMk/>
            <pc:sldMk cId="1699194054" sldId="256"/>
            <ac:cxnSpMk id="9" creationId="{0CDBC5A6-3033-FFEB-9CDF-03193A3E796F}"/>
          </ac:cxnSpMkLst>
        </pc:cxnChg>
        <pc:cxnChg chg="del mod topLvl">
          <ac:chgData name="UCHIYAMA Yuusuke" userId="758e3d5f-3bbb-4028-bd3a-66c5ef996226" providerId="ADAL" clId="{22A1A70B-2FAB-44C9-9F8F-ADEC70ED84E9}" dt="2024-12-27T05:12:18.917" v="1" actId="21"/>
          <ac:cxnSpMkLst>
            <pc:docMk/>
            <pc:sldMk cId="1699194054" sldId="256"/>
            <ac:cxnSpMk id="15" creationId="{F71E677F-BB3A-EB09-01E9-4DCFC6C77968}"/>
          </ac:cxnSpMkLst>
        </pc:cxnChg>
        <pc:cxnChg chg="del mod topLvl">
          <ac:chgData name="UCHIYAMA Yuusuke" userId="758e3d5f-3bbb-4028-bd3a-66c5ef996226" providerId="ADAL" clId="{22A1A70B-2FAB-44C9-9F8F-ADEC70ED84E9}" dt="2024-12-27T05:12:18.917" v="1" actId="21"/>
          <ac:cxnSpMkLst>
            <pc:docMk/>
            <pc:sldMk cId="1699194054" sldId="256"/>
            <ac:cxnSpMk id="18" creationId="{9E2FE375-C406-6A02-A105-8211DA05AC06}"/>
          </ac:cxnSpMkLst>
        </pc:cxnChg>
        <pc:cxnChg chg="mod topLvl">
          <ac:chgData name="UCHIYAMA Yuusuke" userId="758e3d5f-3bbb-4028-bd3a-66c5ef996226" providerId="ADAL" clId="{22A1A70B-2FAB-44C9-9F8F-ADEC70ED84E9}" dt="2024-12-27T05:38:14.272" v="537"/>
          <ac:cxnSpMkLst>
            <pc:docMk/>
            <pc:sldMk cId="1699194054" sldId="256"/>
            <ac:cxnSpMk id="23" creationId="{352E15F8-E38C-5BBD-039D-347E0C0EFE22}"/>
          </ac:cxnSpMkLst>
        </pc:cxnChg>
        <pc:cxnChg chg="mod topLvl">
          <ac:chgData name="UCHIYAMA Yuusuke" userId="758e3d5f-3bbb-4028-bd3a-66c5ef996226" providerId="ADAL" clId="{22A1A70B-2FAB-44C9-9F8F-ADEC70ED84E9}" dt="2024-12-27T05:39:53.754" v="550" actId="14100"/>
          <ac:cxnSpMkLst>
            <pc:docMk/>
            <pc:sldMk cId="1699194054" sldId="256"/>
            <ac:cxnSpMk id="26" creationId="{FD92AFA0-40AE-D4BF-C268-9D15A6C72E3F}"/>
          </ac:cxnSpMkLst>
        </pc:cxnChg>
        <pc:cxnChg chg="mod topLvl">
          <ac:chgData name="UCHIYAMA Yuusuke" userId="758e3d5f-3bbb-4028-bd3a-66c5ef996226" providerId="ADAL" clId="{22A1A70B-2FAB-44C9-9F8F-ADEC70ED84E9}" dt="2024-12-27T05:38:31.983" v="538" actId="1076"/>
          <ac:cxnSpMkLst>
            <pc:docMk/>
            <pc:sldMk cId="1699194054" sldId="256"/>
            <ac:cxnSpMk id="27" creationId="{1E0148C8-29A8-F30E-071A-0B262CA63EB8}"/>
          </ac:cxnSpMkLst>
        </pc:cxnChg>
        <pc:cxnChg chg="add mod">
          <ac:chgData name="UCHIYAMA Yuusuke" userId="758e3d5f-3bbb-4028-bd3a-66c5ef996226" providerId="ADAL" clId="{22A1A70B-2FAB-44C9-9F8F-ADEC70ED84E9}" dt="2024-12-27T05:38:31.983" v="538" actId="1076"/>
          <ac:cxnSpMkLst>
            <pc:docMk/>
            <pc:sldMk cId="1699194054" sldId="256"/>
            <ac:cxnSpMk id="42" creationId="{D5C2F3D6-A061-D603-80CB-12C90D8829E0}"/>
          </ac:cxnSpMkLst>
        </pc:cxnChg>
        <pc:cxnChg chg="add mod">
          <ac:chgData name="UCHIYAMA Yuusuke" userId="758e3d5f-3bbb-4028-bd3a-66c5ef996226" providerId="ADAL" clId="{22A1A70B-2FAB-44C9-9F8F-ADEC70ED84E9}" dt="2024-12-27T05:48:43.763" v="552" actId="692"/>
          <ac:cxnSpMkLst>
            <pc:docMk/>
            <pc:sldMk cId="1699194054" sldId="256"/>
            <ac:cxnSpMk id="47" creationId="{51849CA3-1087-3254-259B-DCECF2C0FF26}"/>
          </ac:cxnSpMkLst>
        </pc:cxnChg>
        <pc:cxnChg chg="add mod">
          <ac:chgData name="UCHIYAMA Yuusuke" userId="758e3d5f-3bbb-4028-bd3a-66c5ef996226" providerId="ADAL" clId="{22A1A70B-2FAB-44C9-9F8F-ADEC70ED84E9}" dt="2024-12-27T05:39:27.202" v="548" actId="14100"/>
          <ac:cxnSpMkLst>
            <pc:docMk/>
            <pc:sldMk cId="1699194054" sldId="256"/>
            <ac:cxnSpMk id="64" creationId="{0CCECB52-0D2D-FE1B-C09B-D0FF6A963CB2}"/>
          </ac:cxnSpMkLst>
        </pc:cxnChg>
      </pc:sldChg>
      <pc:sldMasterChg chg="modSp modSldLayout">
        <pc:chgData name="UCHIYAMA Yuusuke" userId="758e3d5f-3bbb-4028-bd3a-66c5ef996226" providerId="ADAL" clId="{22A1A70B-2FAB-44C9-9F8F-ADEC70ED84E9}" dt="2024-12-27T05:38:14.272" v="537"/>
        <pc:sldMasterMkLst>
          <pc:docMk/>
          <pc:sldMasterMk cId="3013802324" sldId="2147483708"/>
        </pc:sldMasterMkLst>
        <pc:spChg chg="mod">
          <ac:chgData name="UCHIYAMA Yuusuke" userId="758e3d5f-3bbb-4028-bd3a-66c5ef996226" providerId="ADAL" clId="{22A1A70B-2FAB-44C9-9F8F-ADEC70ED84E9}" dt="2024-12-27T05:38:14.272" v="537"/>
          <ac:spMkLst>
            <pc:docMk/>
            <pc:sldMasterMk cId="3013802324" sldId="2147483708"/>
            <ac:spMk id="2" creationId="{00000000-0000-0000-0000-000000000000}"/>
          </ac:spMkLst>
        </pc:spChg>
        <pc:spChg chg="mod">
          <ac:chgData name="UCHIYAMA Yuusuke" userId="758e3d5f-3bbb-4028-bd3a-66c5ef996226" providerId="ADAL" clId="{22A1A70B-2FAB-44C9-9F8F-ADEC70ED84E9}" dt="2024-12-27T05:38:14.272" v="537"/>
          <ac:spMkLst>
            <pc:docMk/>
            <pc:sldMasterMk cId="3013802324" sldId="2147483708"/>
            <ac:spMk id="3" creationId="{00000000-0000-0000-0000-000000000000}"/>
          </ac:spMkLst>
        </pc:spChg>
        <pc:spChg chg="mod">
          <ac:chgData name="UCHIYAMA Yuusuke" userId="758e3d5f-3bbb-4028-bd3a-66c5ef996226" providerId="ADAL" clId="{22A1A70B-2FAB-44C9-9F8F-ADEC70ED84E9}" dt="2024-12-27T05:38:14.272" v="537"/>
          <ac:spMkLst>
            <pc:docMk/>
            <pc:sldMasterMk cId="3013802324" sldId="2147483708"/>
            <ac:spMk id="4" creationId="{00000000-0000-0000-0000-000000000000}"/>
          </ac:spMkLst>
        </pc:spChg>
        <pc:spChg chg="mod">
          <ac:chgData name="UCHIYAMA Yuusuke" userId="758e3d5f-3bbb-4028-bd3a-66c5ef996226" providerId="ADAL" clId="{22A1A70B-2FAB-44C9-9F8F-ADEC70ED84E9}" dt="2024-12-27T05:38:14.272" v="537"/>
          <ac:spMkLst>
            <pc:docMk/>
            <pc:sldMasterMk cId="3013802324" sldId="2147483708"/>
            <ac:spMk id="5" creationId="{00000000-0000-0000-0000-000000000000}"/>
          </ac:spMkLst>
        </pc:spChg>
        <pc:spChg chg="mod">
          <ac:chgData name="UCHIYAMA Yuusuke" userId="758e3d5f-3bbb-4028-bd3a-66c5ef996226" providerId="ADAL" clId="{22A1A70B-2FAB-44C9-9F8F-ADEC70ED84E9}" dt="2024-12-27T05:38:14.272" v="537"/>
          <ac:spMkLst>
            <pc:docMk/>
            <pc:sldMasterMk cId="3013802324" sldId="2147483708"/>
            <ac:spMk id="6" creationId="{00000000-0000-0000-0000-000000000000}"/>
          </ac:spMkLst>
        </pc:spChg>
        <pc:sldLayoutChg chg="modSp">
          <pc:chgData name="UCHIYAMA Yuusuke" userId="758e3d5f-3bbb-4028-bd3a-66c5ef996226" providerId="ADAL" clId="{22A1A70B-2FAB-44C9-9F8F-ADEC70ED84E9}" dt="2024-12-27T05:38:14.272" v="537"/>
          <pc:sldLayoutMkLst>
            <pc:docMk/>
            <pc:sldMasterMk cId="3013802324" sldId="2147483708"/>
            <pc:sldLayoutMk cId="258686050" sldId="2147483709"/>
          </pc:sldLayoutMkLst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258686050" sldId="2147483709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258686050" sldId="2147483709"/>
              <ac:spMk id="3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22A1A70B-2FAB-44C9-9F8F-ADEC70ED84E9}" dt="2024-12-27T05:38:14.272" v="537"/>
          <pc:sldLayoutMkLst>
            <pc:docMk/>
            <pc:sldMasterMk cId="3013802324" sldId="2147483708"/>
            <pc:sldLayoutMk cId="385739048" sldId="2147483711"/>
          </pc:sldLayoutMkLst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385739048" sldId="2147483711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385739048" sldId="2147483711"/>
              <ac:spMk id="3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22A1A70B-2FAB-44C9-9F8F-ADEC70ED84E9}" dt="2024-12-27T05:38:14.272" v="537"/>
          <pc:sldLayoutMkLst>
            <pc:docMk/>
            <pc:sldMasterMk cId="3013802324" sldId="2147483708"/>
            <pc:sldLayoutMk cId="1889098297" sldId="2147483712"/>
          </pc:sldLayoutMkLst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1889098297" sldId="2147483712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1889098297" sldId="2147483712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22A1A70B-2FAB-44C9-9F8F-ADEC70ED84E9}" dt="2024-12-27T05:38:14.272" v="537"/>
          <pc:sldLayoutMkLst>
            <pc:docMk/>
            <pc:sldMasterMk cId="3013802324" sldId="2147483708"/>
            <pc:sldLayoutMk cId="4265835733" sldId="2147483713"/>
          </pc:sldLayoutMkLst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4265835733" sldId="2147483713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4265835733" sldId="2147483713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4265835733" sldId="2147483713"/>
              <ac:spMk id="4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4265835733" sldId="2147483713"/>
              <ac:spMk id="5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4265835733" sldId="2147483713"/>
              <ac:spMk id="6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22A1A70B-2FAB-44C9-9F8F-ADEC70ED84E9}" dt="2024-12-27T05:38:14.272" v="537"/>
          <pc:sldLayoutMkLst>
            <pc:docMk/>
            <pc:sldMasterMk cId="3013802324" sldId="2147483708"/>
            <pc:sldLayoutMk cId="1526854671" sldId="2147483716"/>
          </pc:sldLayoutMkLst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1526854671" sldId="2147483716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1526854671" sldId="2147483716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1526854671" sldId="2147483716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22A1A70B-2FAB-44C9-9F8F-ADEC70ED84E9}" dt="2024-12-27T05:38:14.272" v="537"/>
          <pc:sldLayoutMkLst>
            <pc:docMk/>
            <pc:sldMasterMk cId="3013802324" sldId="2147483708"/>
            <pc:sldLayoutMk cId="3542660327" sldId="2147483717"/>
          </pc:sldLayoutMkLst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3542660327" sldId="2147483717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3542660327" sldId="2147483717"/>
              <ac:spMk id="3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3542660327" sldId="2147483717"/>
              <ac:spMk id="4" creationId="{00000000-0000-0000-0000-000000000000}"/>
            </ac:spMkLst>
          </pc:spChg>
        </pc:sldLayoutChg>
        <pc:sldLayoutChg chg="modSp">
          <pc:chgData name="UCHIYAMA Yuusuke" userId="758e3d5f-3bbb-4028-bd3a-66c5ef996226" providerId="ADAL" clId="{22A1A70B-2FAB-44C9-9F8F-ADEC70ED84E9}" dt="2024-12-27T05:38:14.272" v="537"/>
          <pc:sldLayoutMkLst>
            <pc:docMk/>
            <pc:sldMasterMk cId="3013802324" sldId="2147483708"/>
            <pc:sldLayoutMk cId="1830554282" sldId="2147483719"/>
          </pc:sldLayoutMkLst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1830554282" sldId="2147483719"/>
              <ac:spMk id="2" creationId="{00000000-0000-0000-0000-000000000000}"/>
            </ac:spMkLst>
          </pc:spChg>
          <pc:spChg chg="mod">
            <ac:chgData name="UCHIYAMA Yuusuke" userId="758e3d5f-3bbb-4028-bd3a-66c5ef996226" providerId="ADAL" clId="{22A1A70B-2FAB-44C9-9F8F-ADEC70ED84E9}" dt="2024-12-27T05:38:14.272" v="537"/>
            <ac:spMkLst>
              <pc:docMk/>
              <pc:sldMasterMk cId="3013802324" sldId="2147483708"/>
              <pc:sldLayoutMk cId="1830554282" sldId="214748371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706933"/>
            <a:ext cx="8909447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2268784"/>
            <a:ext cx="8909447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16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46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076898"/>
            <a:ext cx="10245864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2890725"/>
            <a:ext cx="10245864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450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149890"/>
            <a:ext cx="5048687" cy="274073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149890"/>
            <a:ext cx="5048687" cy="274073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14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229978"/>
            <a:ext cx="10245864" cy="8349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058899"/>
            <a:ext cx="5025485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1577849"/>
            <a:ext cx="5025485" cy="23207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058899"/>
            <a:ext cx="5050234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1577849"/>
            <a:ext cx="5050234" cy="23207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517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24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92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287972"/>
            <a:ext cx="3831371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621941"/>
            <a:ext cx="6013877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1295877"/>
            <a:ext cx="3831371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6838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287972"/>
            <a:ext cx="3831371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621941"/>
            <a:ext cx="6013877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1295877"/>
            <a:ext cx="3831371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368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54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229978"/>
            <a:ext cx="2561466" cy="366065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229978"/>
            <a:ext cx="7535907" cy="366065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363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229978"/>
            <a:ext cx="10245864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149890"/>
            <a:ext cx="10245864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4003618"/>
            <a:ext cx="2672834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986EE-3F7C-4D3D-BBD8-750034447C60}" type="datetimeFigureOut">
              <a:rPr kumimoji="1" lang="ja-JP" altLang="en-US" smtClean="0"/>
              <a:t>2024/12/27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4003618"/>
            <a:ext cx="4009251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4003618"/>
            <a:ext cx="2672834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663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kumimoji="1"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kumimoji="1"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kumimoji="1"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0CB1CFFC-03D2-7324-1A73-6FA69E963BF6}"/>
              </a:ext>
            </a:extLst>
          </p:cNvPr>
          <p:cNvGrpSpPr/>
          <p:nvPr/>
        </p:nvGrpSpPr>
        <p:grpSpPr>
          <a:xfrm>
            <a:off x="0" y="-36266"/>
            <a:ext cx="11894891" cy="4355854"/>
            <a:chOff x="0" y="525776"/>
            <a:chExt cx="11894891" cy="4355854"/>
          </a:xfrm>
        </p:grpSpPr>
        <p:pic>
          <p:nvPicPr>
            <p:cNvPr id="6" name="図 5" descr="グラフィカル ユーザー インターフェイス, ダイアグラム&#10;&#10;自動的に生成された説明">
              <a:extLst>
                <a:ext uri="{FF2B5EF4-FFF2-40B4-BE49-F238E27FC236}">
                  <a16:creationId xmlns:a16="http://schemas.microsoft.com/office/drawing/2014/main" id="{4261D5B3-C2FE-E179-2B3A-D92CEB4F1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99" t="5063" b="9612"/>
            <a:stretch/>
          </p:blipFill>
          <p:spPr>
            <a:xfrm>
              <a:off x="0" y="525776"/>
              <a:ext cx="11894891" cy="4355854"/>
            </a:xfrm>
            <a:prstGeom prst="rect">
              <a:avLst/>
            </a:prstGeom>
          </p:spPr>
        </p:pic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90C30F78-E962-80C3-7A2D-5E5520B817CC}"/>
                </a:ext>
              </a:extLst>
            </p:cNvPr>
            <p:cNvSpPr/>
            <p:nvPr/>
          </p:nvSpPr>
          <p:spPr>
            <a:xfrm>
              <a:off x="177800" y="1498600"/>
              <a:ext cx="666000" cy="482600"/>
            </a:xfrm>
            <a:prstGeom prst="rect">
              <a:avLst/>
            </a:prstGeom>
            <a:solidFill>
              <a:srgbClr val="9090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E90C55D3-B18F-F796-F316-95634194B04D}"/>
              </a:ext>
            </a:extLst>
          </p:cNvPr>
          <p:cNvGrpSpPr/>
          <p:nvPr/>
        </p:nvGrpSpPr>
        <p:grpSpPr>
          <a:xfrm>
            <a:off x="10689669" y="83152"/>
            <a:ext cx="1205221" cy="338554"/>
            <a:chOff x="3536579" y="806119"/>
            <a:chExt cx="1205221" cy="338554"/>
          </a:xfrm>
        </p:grpSpPr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352E15F8-E38C-5BBD-039D-347E0C0EFE22}"/>
                </a:ext>
              </a:extLst>
            </p:cNvPr>
            <p:cNvCxnSpPr>
              <a:cxnSpLocks/>
            </p:cNvCxnSpPr>
            <p:nvPr/>
          </p:nvCxnSpPr>
          <p:spPr>
            <a:xfrm>
              <a:off x="3806190" y="1144673"/>
              <a:ext cx="666000" cy="0"/>
            </a:xfrm>
            <a:prstGeom prst="straightConnector1">
              <a:avLst/>
            </a:prstGeom>
            <a:ln w="3175">
              <a:solidFill>
                <a:schemeClr val="bg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6163E41-AA1F-742C-094C-C08F135815D0}"/>
                </a:ext>
              </a:extLst>
            </p:cNvPr>
            <p:cNvSpPr txBox="1"/>
            <p:nvPr/>
          </p:nvSpPr>
          <p:spPr>
            <a:xfrm>
              <a:off x="3536579" y="806119"/>
              <a:ext cx="12052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600" dirty="0">
                  <a:solidFill>
                    <a:schemeClr val="bg1"/>
                  </a:solidFill>
                </a:rPr>
                <a:t>1 m</a:t>
              </a:r>
              <a:endParaRPr lang="ja-JP" alt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B1E8ED6-34CF-B238-18BF-CE6FA5064FA6}"/>
              </a:ext>
            </a:extLst>
          </p:cNvPr>
          <p:cNvSpPr txBox="1"/>
          <p:nvPr/>
        </p:nvSpPr>
        <p:spPr>
          <a:xfrm>
            <a:off x="5793087" y="3733614"/>
            <a:ext cx="2715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/>
              <a:t>CS inner shield</a:t>
            </a: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FD92AFA0-40AE-D4BF-C268-9D15A6C72E3F}"/>
              </a:ext>
            </a:extLst>
          </p:cNvPr>
          <p:cNvCxnSpPr>
            <a:cxnSpLocks/>
          </p:cNvCxnSpPr>
          <p:nvPr/>
        </p:nvCxnSpPr>
        <p:spPr>
          <a:xfrm flipH="1" flipV="1">
            <a:off x="6086176" y="2425148"/>
            <a:ext cx="983076" cy="1400799"/>
          </a:xfrm>
          <a:prstGeom prst="straightConnector1">
            <a:avLst/>
          </a:prstGeom>
          <a:ln>
            <a:solidFill>
              <a:schemeClr val="tx1"/>
            </a:solidFill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1E0148C8-29A8-F30E-071A-0B262CA63EB8}"/>
              </a:ext>
            </a:extLst>
          </p:cNvPr>
          <p:cNvCxnSpPr>
            <a:cxnSpLocks/>
          </p:cNvCxnSpPr>
          <p:nvPr/>
        </p:nvCxnSpPr>
        <p:spPr>
          <a:xfrm flipH="1">
            <a:off x="6197653" y="807835"/>
            <a:ext cx="505792" cy="762867"/>
          </a:xfrm>
          <a:prstGeom prst="straightConnector1">
            <a:avLst/>
          </a:prstGeom>
          <a:ln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346A8FD-7A80-5BFC-FEAD-5D64C3BF450F}"/>
              </a:ext>
            </a:extLst>
          </p:cNvPr>
          <p:cNvSpPr txBox="1"/>
          <p:nvPr/>
        </p:nvSpPr>
        <p:spPr>
          <a:xfrm>
            <a:off x="10481121" y="3825947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Beam dump</a:t>
            </a:r>
            <a:endParaRPr lang="ja-JP" altLang="en-US" dirty="0">
              <a:solidFill>
                <a:schemeClr val="bg1"/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6CDCF6F-4BD4-084B-7E1A-AE08F75A13B7}"/>
              </a:ext>
            </a:extLst>
          </p:cNvPr>
          <p:cNvSpPr txBox="1"/>
          <p:nvPr/>
        </p:nvSpPr>
        <p:spPr>
          <a:xfrm>
            <a:off x="6412139" y="459598"/>
            <a:ext cx="108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CS coils</a:t>
            </a: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D5C2F3D6-A061-D603-80CB-12C90D8829E0}"/>
              </a:ext>
            </a:extLst>
          </p:cNvPr>
          <p:cNvCxnSpPr>
            <a:cxnSpLocks/>
          </p:cNvCxnSpPr>
          <p:nvPr/>
        </p:nvCxnSpPr>
        <p:spPr>
          <a:xfrm flipV="1">
            <a:off x="4314823" y="2314508"/>
            <a:ext cx="542182" cy="958580"/>
          </a:xfrm>
          <a:prstGeom prst="straightConnector1">
            <a:avLst/>
          </a:prstGeom>
          <a:ln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831D3A19-029D-EA3F-518E-EE22DDF131E7}"/>
                  </a:ext>
                </a:extLst>
              </p:cNvPr>
              <p:cNvSpPr txBox="1"/>
              <p:nvPr/>
            </p:nvSpPr>
            <p:spPr>
              <a:xfrm>
                <a:off x="3569570" y="3215591"/>
                <a:ext cx="12079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𝒪</m:t>
                    </m:r>
                  </m:oMath>
                </a14:m>
                <a:r>
                  <a:rPr lang="en-US" altLang="ja-JP" dirty="0"/>
                  <a:t>(10</a:t>
                </a:r>
                <a:r>
                  <a:rPr lang="en-US" altLang="ja-JP" baseline="30000" dirty="0"/>
                  <a:t>-5</a:t>
                </a:r>
                <a:r>
                  <a:rPr lang="en-US" altLang="ja-JP" dirty="0"/>
                  <a:t>) Pa</a:t>
                </a:r>
              </a:p>
            </p:txBody>
          </p:sp>
        </mc:Choice>
        <mc:Fallback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831D3A19-029D-EA3F-518E-EE22DDF13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570" y="3215591"/>
                <a:ext cx="1207953" cy="369332"/>
              </a:xfrm>
              <a:prstGeom prst="rect">
                <a:avLst/>
              </a:prstGeom>
              <a:blipFill>
                <a:blip r:embed="rId3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51849CA3-1087-3254-259B-DCECF2C0FF26}"/>
              </a:ext>
            </a:extLst>
          </p:cNvPr>
          <p:cNvCxnSpPr>
            <a:cxnSpLocks/>
          </p:cNvCxnSpPr>
          <p:nvPr/>
        </p:nvCxnSpPr>
        <p:spPr>
          <a:xfrm flipH="1" flipV="1">
            <a:off x="4262436" y="1845402"/>
            <a:ext cx="381000" cy="60462"/>
          </a:xfrm>
          <a:prstGeom prst="line">
            <a:avLst/>
          </a:prstGeom>
          <a:ln w="12700">
            <a:solidFill>
              <a:srgbClr val="E40C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513569A-AB11-6304-466C-5E62D276D17E}"/>
              </a:ext>
            </a:extLst>
          </p:cNvPr>
          <p:cNvSpPr txBox="1"/>
          <p:nvPr/>
        </p:nvSpPr>
        <p:spPr>
          <a:xfrm rot="598476">
            <a:off x="76891" y="684701"/>
            <a:ext cx="3093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bg1"/>
                </a:solidFill>
              </a:rPr>
              <a:t>Proton beam from MR </a:t>
            </a:r>
          </a:p>
          <a:p>
            <a:pPr algn="ctr"/>
            <a:r>
              <a:rPr lang="en-US" altLang="ja-JP" dirty="0">
                <a:solidFill>
                  <a:schemeClr val="bg1"/>
                </a:solidFill>
              </a:rPr>
              <a:t>(C-line)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FB35778-F1A7-A1E5-814A-D7DD8A4927F0}"/>
              </a:ext>
            </a:extLst>
          </p:cNvPr>
          <p:cNvSpPr txBox="1"/>
          <p:nvPr/>
        </p:nvSpPr>
        <p:spPr>
          <a:xfrm rot="19043366">
            <a:off x="-644360" y="1869113"/>
            <a:ext cx="2821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bg1"/>
                </a:solidFill>
              </a:rPr>
              <a:t>Muon transport </a:t>
            </a:r>
            <a:br>
              <a:rPr lang="en-US" altLang="ja-JP" dirty="0">
                <a:solidFill>
                  <a:schemeClr val="bg1"/>
                </a:solidFill>
              </a:rPr>
            </a:br>
            <a:r>
              <a:rPr lang="en-US" altLang="ja-JP" dirty="0">
                <a:solidFill>
                  <a:schemeClr val="bg1"/>
                </a:solidFill>
              </a:rPr>
              <a:t>solenoid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E7A13E6F-66C5-65B0-8613-C4B5459ECD66}"/>
              </a:ext>
            </a:extLst>
          </p:cNvPr>
          <p:cNvSpPr txBox="1"/>
          <p:nvPr/>
        </p:nvSpPr>
        <p:spPr>
          <a:xfrm rot="565042">
            <a:off x="7511235" y="751891"/>
            <a:ext cx="2515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COMET beam room</a:t>
            </a:r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0CCECB52-0D2D-FE1B-C09B-D0FF6A963CB2}"/>
              </a:ext>
            </a:extLst>
          </p:cNvPr>
          <p:cNvCxnSpPr>
            <a:cxnSpLocks/>
            <a:stCxn id="66" idx="0"/>
          </p:cNvCxnSpPr>
          <p:nvPr/>
        </p:nvCxnSpPr>
        <p:spPr>
          <a:xfrm flipV="1">
            <a:off x="5742158" y="2141661"/>
            <a:ext cx="197473" cy="1233860"/>
          </a:xfrm>
          <a:prstGeom prst="straightConnector1">
            <a:avLst/>
          </a:prstGeom>
          <a:ln>
            <a:solidFill>
              <a:schemeClr val="tx1"/>
            </a:solidFill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E68BEDA9-7359-31D9-7DDD-DF54B3A2FEB6}"/>
              </a:ext>
            </a:extLst>
          </p:cNvPr>
          <p:cNvSpPr txBox="1"/>
          <p:nvPr/>
        </p:nvSpPr>
        <p:spPr>
          <a:xfrm>
            <a:off x="4650967" y="3375521"/>
            <a:ext cx="2182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Production target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8D0E2EA5-A404-2888-F1AB-FB5CAA8FBD43}"/>
              </a:ext>
            </a:extLst>
          </p:cNvPr>
          <p:cNvSpPr txBox="1"/>
          <p:nvPr/>
        </p:nvSpPr>
        <p:spPr>
          <a:xfrm>
            <a:off x="3569570" y="623166"/>
            <a:ext cx="3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Pion capture solenoid (CS)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E8A343F-C032-3E9D-2FFA-B53043BCF3C1}"/>
              </a:ext>
            </a:extLst>
          </p:cNvPr>
          <p:cNvSpPr txBox="1"/>
          <p:nvPr/>
        </p:nvSpPr>
        <p:spPr>
          <a:xfrm>
            <a:off x="1398136" y="3859973"/>
            <a:ext cx="1398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>
                <a:solidFill>
                  <a:schemeClr val="bg1"/>
                </a:solidFill>
              </a:rPr>
              <a:t>to detectors</a:t>
            </a:r>
            <a:endParaRPr lang="en-US" altLang="ja-JP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194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38</Words>
  <Application>Microsoft Office PowerPoint</Application>
  <PresentationFormat>ユーザー設定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Yusuke Uchiyama</dc:creator>
  <cp:lastModifiedBy>Yusuke Uchiyama</cp:lastModifiedBy>
  <cp:revision>2</cp:revision>
  <dcterms:created xsi:type="dcterms:W3CDTF">2024-12-24T07:01:47Z</dcterms:created>
  <dcterms:modified xsi:type="dcterms:W3CDTF">2024-12-27T05:55:54Z</dcterms:modified>
</cp:coreProperties>
</file>