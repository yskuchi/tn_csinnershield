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3"/>
  </p:notesMasterIdLst>
  <p:sldIdLst>
    <p:sldId id="1537" r:id="rId2"/>
  </p:sldIdLst>
  <p:sldSz cx="1152207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8BE9D9-48B5-423D-87E2-156592465CE9}" v="7" dt="2025-06-10T05:59:41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26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B18BE9D9-48B5-423D-87E2-156592465CE9}"/>
    <pc:docChg chg="undo custSel modSld">
      <pc:chgData name="UCHIYAMA Yuusuke" userId="758e3d5f-3bbb-4028-bd3a-66c5ef996226" providerId="ADAL" clId="{B18BE9D9-48B5-423D-87E2-156592465CE9}" dt="2025-06-10T06:00:10.050" v="31" actId="1076"/>
      <pc:docMkLst>
        <pc:docMk/>
      </pc:docMkLst>
      <pc:sldChg chg="addSp delSp modSp mod">
        <pc:chgData name="UCHIYAMA Yuusuke" userId="758e3d5f-3bbb-4028-bd3a-66c5ef996226" providerId="ADAL" clId="{B18BE9D9-48B5-423D-87E2-156592465CE9}" dt="2025-06-10T06:00:10.050" v="31" actId="1076"/>
        <pc:sldMkLst>
          <pc:docMk/>
          <pc:sldMk cId="3928645458" sldId="1537"/>
        </pc:sldMkLst>
        <pc:spChg chg="add mod">
          <ac:chgData name="UCHIYAMA Yuusuke" userId="758e3d5f-3bbb-4028-bd3a-66c5ef996226" providerId="ADAL" clId="{B18BE9D9-48B5-423D-87E2-156592465CE9}" dt="2025-06-10T06:00:10.050" v="31" actId="1076"/>
          <ac:spMkLst>
            <pc:docMk/>
            <pc:sldMk cId="3928645458" sldId="1537"/>
            <ac:spMk id="81" creationId="{D9F62674-69DF-C065-0D42-00B345A95EA9}"/>
          </ac:spMkLst>
        </pc:spChg>
        <pc:spChg chg="add mod">
          <ac:chgData name="UCHIYAMA Yuusuke" userId="758e3d5f-3bbb-4028-bd3a-66c5ef996226" providerId="ADAL" clId="{B18BE9D9-48B5-423D-87E2-156592465CE9}" dt="2025-06-10T06:00:07.566" v="30" actId="1076"/>
          <ac:spMkLst>
            <pc:docMk/>
            <pc:sldMk cId="3928645458" sldId="1537"/>
            <ac:spMk id="82" creationId="{D6889DDC-5C56-2F29-EDC9-267A8FBAC456}"/>
          </ac:spMkLst>
        </pc:spChg>
        <pc:grpChg chg="del">
          <ac:chgData name="UCHIYAMA Yuusuke" userId="758e3d5f-3bbb-4028-bd3a-66c5ef996226" providerId="ADAL" clId="{B18BE9D9-48B5-423D-87E2-156592465CE9}" dt="2025-06-10T05:57:46.006" v="1" actId="21"/>
          <ac:grpSpMkLst>
            <pc:docMk/>
            <pc:sldMk cId="3928645458" sldId="1537"/>
            <ac:grpSpMk id="57" creationId="{E35810EB-BBAB-1380-9352-F7E36B89E426}"/>
          </ac:grpSpMkLst>
        </pc:grpChg>
        <pc:grpChg chg="del">
          <ac:chgData name="UCHIYAMA Yuusuke" userId="758e3d5f-3bbb-4028-bd3a-66c5ef996226" providerId="ADAL" clId="{B18BE9D9-48B5-423D-87E2-156592465CE9}" dt="2025-06-10T05:57:45.394" v="0" actId="21"/>
          <ac:grpSpMkLst>
            <pc:docMk/>
            <pc:sldMk cId="3928645458" sldId="1537"/>
            <ac:grpSpMk id="70" creationId="{F06C38D1-1E80-7FF7-B749-A7A3CC435059}"/>
          </ac:grpSpMkLst>
        </pc:grpChg>
        <pc:picChg chg="add mod">
          <ac:chgData name="UCHIYAMA Yuusuke" userId="758e3d5f-3bbb-4028-bd3a-66c5ef996226" providerId="ADAL" clId="{B18BE9D9-48B5-423D-87E2-156592465CE9}" dt="2025-06-10T05:59:35.880" v="24" actId="1076"/>
          <ac:picMkLst>
            <pc:docMk/>
            <pc:sldMk cId="3928645458" sldId="1537"/>
            <ac:picMk id="79" creationId="{83ED694A-F8EF-DFD7-3323-39CD6E4FFAEE}"/>
          </ac:picMkLst>
        </pc:picChg>
        <pc:picChg chg="add mod">
          <ac:chgData name="UCHIYAMA Yuusuke" userId="758e3d5f-3bbb-4028-bd3a-66c5ef996226" providerId="ADAL" clId="{B18BE9D9-48B5-423D-87E2-156592465CE9}" dt="2025-06-10T05:58:57.734" v="14" actId="1076"/>
          <ac:picMkLst>
            <pc:docMk/>
            <pc:sldMk cId="3928645458" sldId="1537"/>
            <ac:picMk id="80" creationId="{69EC47A6-F7B8-5CD5-947F-533691991C8E}"/>
          </ac:picMkLst>
        </pc:picChg>
        <pc:cxnChg chg="mod">
          <ac:chgData name="UCHIYAMA Yuusuke" userId="758e3d5f-3bbb-4028-bd3a-66c5ef996226" providerId="ADAL" clId="{B18BE9D9-48B5-423D-87E2-156592465CE9}" dt="2025-06-10T05:57:46.006" v="1" actId="21"/>
          <ac:cxnSpMkLst>
            <pc:docMk/>
            <pc:sldMk cId="3928645458" sldId="1537"/>
            <ac:cxnSpMk id="66" creationId="{3B0F3781-905F-4845-A008-664DB5AEB291}"/>
          </ac:cxnSpMkLst>
        </pc:cxnChg>
        <pc:cxnChg chg="mod">
          <ac:chgData name="UCHIYAMA Yuusuke" userId="758e3d5f-3bbb-4028-bd3a-66c5ef996226" providerId="ADAL" clId="{B18BE9D9-48B5-423D-87E2-156592465CE9}" dt="2025-06-10T05:57:46.006" v="1" actId="21"/>
          <ac:cxnSpMkLst>
            <pc:docMk/>
            <pc:sldMk cId="3928645458" sldId="1537"/>
            <ac:cxnSpMk id="68" creationId="{684B1F03-B343-184D-86BD-D2359DE0CB2D}"/>
          </ac:cxnSpMkLst>
        </pc:cxnChg>
        <pc:cxnChg chg="mod">
          <ac:chgData name="UCHIYAMA Yuusuke" userId="758e3d5f-3bbb-4028-bd3a-66c5ef996226" providerId="ADAL" clId="{B18BE9D9-48B5-423D-87E2-156592465CE9}" dt="2025-06-10T05:57:46.006" v="1" actId="21"/>
          <ac:cxnSpMkLst>
            <pc:docMk/>
            <pc:sldMk cId="3928645458" sldId="1537"/>
            <ac:cxnSpMk id="69" creationId="{BA1696B6-0238-59F9-D681-B4E129E86E49}"/>
          </ac:cxnSpMkLst>
        </pc:cxnChg>
        <pc:cxnChg chg="mod">
          <ac:chgData name="UCHIYAMA Yuusuke" userId="758e3d5f-3bbb-4028-bd3a-66c5ef996226" providerId="ADAL" clId="{B18BE9D9-48B5-423D-87E2-156592465CE9}" dt="2025-06-10T05:57:45.394" v="0" actId="21"/>
          <ac:cxnSpMkLst>
            <pc:docMk/>
            <pc:sldMk cId="3928645458" sldId="1537"/>
            <ac:cxnSpMk id="77" creationId="{A19B8D11-3826-F7A3-70FD-01864D1C492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86CA0-9E40-4E54-B8E0-73FE173238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687388" y="1143000"/>
            <a:ext cx="82327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9E042-06D8-45F4-A7EF-697D57D2D2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1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1pPr>
    <a:lvl2pPr marL="336932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2pPr>
    <a:lvl3pPr marL="673864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3pPr>
    <a:lvl4pPr marL="1010796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4pPr>
    <a:lvl5pPr marL="1347729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5pPr>
    <a:lvl6pPr marL="1684661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6pPr>
    <a:lvl7pPr marL="2021593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7pPr>
    <a:lvl8pPr marL="2358525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8pPr>
    <a:lvl9pPr marL="2695457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260" y="706933"/>
            <a:ext cx="8641556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260" y="2268784"/>
            <a:ext cx="8641556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3571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499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141" y="1076898"/>
            <a:ext cx="9937790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141" y="2890725"/>
            <a:ext cx="9937790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8816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43" y="1149890"/>
            <a:ext cx="4896882" cy="27407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3050" y="1149890"/>
            <a:ext cx="4896882" cy="27407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365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43" y="229978"/>
            <a:ext cx="9937790" cy="8349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644" y="1058899"/>
            <a:ext cx="487437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644" y="1577849"/>
            <a:ext cx="4874377" cy="23207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3050" y="1058899"/>
            <a:ext cx="4898383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3050" y="1577849"/>
            <a:ext cx="4898383" cy="23207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0313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669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0382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44" y="287972"/>
            <a:ext cx="3716169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383" y="621941"/>
            <a:ext cx="583305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644" y="1295877"/>
            <a:ext cx="3716169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0808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44" y="287972"/>
            <a:ext cx="3716169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8383" y="621941"/>
            <a:ext cx="583305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644" y="1295877"/>
            <a:ext cx="3716169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8292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8497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5485" y="229978"/>
            <a:ext cx="2484447" cy="366065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143" y="229978"/>
            <a:ext cx="7309316" cy="366065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3007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53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143" y="229978"/>
            <a:ext cx="9937790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143" y="1149890"/>
            <a:ext cx="9937790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143" y="4003618"/>
            <a:ext cx="259246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688" y="4003618"/>
            <a:ext cx="38887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7465" y="4003618"/>
            <a:ext cx="259246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140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sldNum="0" hdr="0" ftr="0" dt="0"/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kumimoji="1"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kumimoji="1"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図 78">
            <a:extLst>
              <a:ext uri="{FF2B5EF4-FFF2-40B4-BE49-F238E27FC236}">
                <a16:creationId xmlns:a16="http://schemas.microsoft.com/office/drawing/2014/main" id="{83ED694A-F8EF-DFD7-3323-39CD6E4FFAE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388" y="76675"/>
            <a:ext cx="5400675" cy="4166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" name="図 79">
            <a:extLst>
              <a:ext uri="{FF2B5EF4-FFF2-40B4-BE49-F238E27FC236}">
                <a16:creationId xmlns:a16="http://schemas.microsoft.com/office/drawing/2014/main" id="{69EC47A6-F7B8-5CD5-947F-533691991C8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98012" y="76676"/>
            <a:ext cx="5400675" cy="4166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D9F62674-69DF-C065-0D42-00B345A95EA9}"/>
              </a:ext>
            </a:extLst>
          </p:cNvPr>
          <p:cNvSpPr txBox="1"/>
          <p:nvPr/>
        </p:nvSpPr>
        <p:spPr>
          <a:xfrm>
            <a:off x="2590328" y="381812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(a)</a:t>
            </a:r>
            <a:endParaRPr kumimoji="1" lang="ja-JP" altLang="en-US" dirty="0"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D6889DDC-5C56-2F29-EDC9-267A8FBAC456}"/>
              </a:ext>
            </a:extLst>
          </p:cNvPr>
          <p:cNvSpPr txBox="1"/>
          <p:nvPr/>
        </p:nvSpPr>
        <p:spPr>
          <a:xfrm>
            <a:off x="8464952" y="381812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(b)</a:t>
            </a:r>
            <a:endParaRPr kumimoji="1" lang="ja-JP" altLang="en-US" dirty="0">
              <a:solidFill>
                <a:schemeClr val="bg1"/>
              </a:solidFill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864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6</Words>
  <Application>Microsoft Office PowerPoint</Application>
  <PresentationFormat>ユーザー設定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 Unicode MS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Uchiyama</dc:creator>
  <cp:lastModifiedBy>Yusuke Uchiyama</cp:lastModifiedBy>
  <cp:revision>1</cp:revision>
  <dcterms:created xsi:type="dcterms:W3CDTF">2025-06-10T02:51:25Z</dcterms:created>
  <dcterms:modified xsi:type="dcterms:W3CDTF">2025-06-10T06:00:10Z</dcterms:modified>
</cp:coreProperties>
</file>