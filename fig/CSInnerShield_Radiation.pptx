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4" r:id="rId1"/>
  </p:sldMasterIdLst>
  <p:notesMasterIdLst>
    <p:notesMasterId r:id="rId3"/>
  </p:notesMasterIdLst>
  <p:sldIdLst>
    <p:sldId id="1537" r:id="rId2"/>
  </p:sldIdLst>
  <p:sldSz cx="15840075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85143C-A1F0-46C2-ADCC-0044EC69A691}" v="6" dt="2025-06-10T06:22:20.8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72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CHIYAMA Yuusuke" userId="758e3d5f-3bbb-4028-bd3a-66c5ef996226" providerId="ADAL" clId="{1A85143C-A1F0-46C2-ADCC-0044EC69A691}"/>
    <pc:docChg chg="undo custSel modSld">
      <pc:chgData name="UCHIYAMA Yuusuke" userId="758e3d5f-3bbb-4028-bd3a-66c5ef996226" providerId="ADAL" clId="{1A85143C-A1F0-46C2-ADCC-0044EC69A691}" dt="2025-06-10T06:22:26.213" v="41" actId="20577"/>
      <pc:docMkLst>
        <pc:docMk/>
      </pc:docMkLst>
      <pc:sldChg chg="addSp delSp modSp mod">
        <pc:chgData name="UCHIYAMA Yuusuke" userId="758e3d5f-3bbb-4028-bd3a-66c5ef996226" providerId="ADAL" clId="{1A85143C-A1F0-46C2-ADCC-0044EC69A691}" dt="2025-06-10T06:22:26.213" v="41" actId="20577"/>
        <pc:sldMkLst>
          <pc:docMk/>
          <pc:sldMk cId="3928645458" sldId="1537"/>
        </pc:sldMkLst>
        <pc:spChg chg="mod">
          <ac:chgData name="UCHIYAMA Yuusuke" userId="758e3d5f-3bbb-4028-bd3a-66c5ef996226" providerId="ADAL" clId="{1A85143C-A1F0-46C2-ADCC-0044EC69A691}" dt="2025-06-10T06:22:04.139" v="31" actId="1076"/>
          <ac:spMkLst>
            <pc:docMk/>
            <pc:sldMk cId="3928645458" sldId="1537"/>
            <ac:spMk id="81" creationId="{D9F62674-69DF-C065-0D42-00B345A95EA9}"/>
          </ac:spMkLst>
        </pc:spChg>
        <pc:spChg chg="add mod">
          <ac:chgData name="UCHIYAMA Yuusuke" userId="758e3d5f-3bbb-4028-bd3a-66c5ef996226" providerId="ADAL" clId="{1A85143C-A1F0-46C2-ADCC-0044EC69A691}" dt="2025-06-10T06:20:47.372" v="16" actId="571"/>
          <ac:spMkLst>
            <pc:docMk/>
            <pc:sldMk cId="3928645458" sldId="1537"/>
            <ac:spMk id="87" creationId="{F2A2D7F1-AA80-AA47-D757-CF65328BDD9F}"/>
          </ac:spMkLst>
        </pc:spChg>
        <pc:spChg chg="add mod">
          <ac:chgData name="UCHIYAMA Yuusuke" userId="758e3d5f-3bbb-4028-bd3a-66c5ef996226" providerId="ADAL" clId="{1A85143C-A1F0-46C2-ADCC-0044EC69A691}" dt="2025-06-10T06:22:23.259" v="39" actId="20577"/>
          <ac:spMkLst>
            <pc:docMk/>
            <pc:sldMk cId="3928645458" sldId="1537"/>
            <ac:spMk id="92" creationId="{24A625D5-287A-1A2B-F0B8-6F7E84A8F5ED}"/>
          </ac:spMkLst>
        </pc:spChg>
        <pc:spChg chg="add mod">
          <ac:chgData name="UCHIYAMA Yuusuke" userId="758e3d5f-3bbb-4028-bd3a-66c5ef996226" providerId="ADAL" clId="{1A85143C-A1F0-46C2-ADCC-0044EC69A691}" dt="2025-06-10T06:22:26.213" v="41" actId="20577"/>
          <ac:spMkLst>
            <pc:docMk/>
            <pc:sldMk cId="3928645458" sldId="1537"/>
            <ac:spMk id="93" creationId="{7DB50DFF-8F6D-F6CF-BB21-2848B97668A0}"/>
          </ac:spMkLst>
        </pc:spChg>
        <pc:picChg chg="del">
          <ac:chgData name="UCHIYAMA Yuusuke" userId="758e3d5f-3bbb-4028-bd3a-66c5ef996226" providerId="ADAL" clId="{1A85143C-A1F0-46C2-ADCC-0044EC69A691}" dt="2025-06-10T06:17:37.391" v="0" actId="21"/>
          <ac:picMkLst>
            <pc:docMk/>
            <pc:sldMk cId="3928645458" sldId="1537"/>
            <ac:picMk id="79" creationId="{83ED694A-F8EF-DFD7-3323-39CD6E4FFAEE}"/>
          </ac:picMkLst>
        </pc:picChg>
        <pc:picChg chg="del">
          <ac:chgData name="UCHIYAMA Yuusuke" userId="758e3d5f-3bbb-4028-bd3a-66c5ef996226" providerId="ADAL" clId="{1A85143C-A1F0-46C2-ADCC-0044EC69A691}" dt="2025-06-10T06:17:38.203" v="1" actId="21"/>
          <ac:picMkLst>
            <pc:docMk/>
            <pc:sldMk cId="3928645458" sldId="1537"/>
            <ac:picMk id="80" creationId="{69EC47A6-F7B8-5CD5-947F-533691991C8E}"/>
          </ac:picMkLst>
        </pc:picChg>
        <pc:picChg chg="add mod ord">
          <ac:chgData name="UCHIYAMA Yuusuke" userId="758e3d5f-3bbb-4028-bd3a-66c5ef996226" providerId="ADAL" clId="{1A85143C-A1F0-46C2-ADCC-0044EC69A691}" dt="2025-06-10T06:22:04.139" v="31" actId="1076"/>
          <ac:picMkLst>
            <pc:docMk/>
            <pc:sldMk cId="3928645458" sldId="1537"/>
            <ac:picMk id="84" creationId="{8BA082CC-8122-AB05-46E2-A14229B478DB}"/>
          </ac:picMkLst>
        </pc:picChg>
        <pc:picChg chg="add del mod">
          <ac:chgData name="UCHIYAMA Yuusuke" userId="758e3d5f-3bbb-4028-bd3a-66c5ef996226" providerId="ADAL" clId="{1A85143C-A1F0-46C2-ADCC-0044EC69A691}" dt="2025-06-10T06:20:50.381" v="21" actId="22"/>
          <ac:picMkLst>
            <pc:docMk/>
            <pc:sldMk cId="3928645458" sldId="1537"/>
            <ac:picMk id="86" creationId="{6E1E6234-8308-1D1C-2421-6FE56652FEB2}"/>
          </ac:picMkLst>
        </pc:picChg>
        <pc:picChg chg="add mod">
          <ac:chgData name="UCHIYAMA Yuusuke" userId="758e3d5f-3bbb-4028-bd3a-66c5ef996226" providerId="ADAL" clId="{1A85143C-A1F0-46C2-ADCC-0044EC69A691}" dt="2025-06-10T06:22:09.403" v="34" actId="1076"/>
          <ac:picMkLst>
            <pc:docMk/>
            <pc:sldMk cId="3928645458" sldId="1537"/>
            <ac:picMk id="89" creationId="{BC6BB2C4-6564-8EF4-7638-1CC9CB779A19}"/>
          </ac:picMkLst>
        </pc:picChg>
        <pc:picChg chg="add mod">
          <ac:chgData name="UCHIYAMA Yuusuke" userId="758e3d5f-3bbb-4028-bd3a-66c5ef996226" providerId="ADAL" clId="{1A85143C-A1F0-46C2-ADCC-0044EC69A691}" dt="2025-06-10T06:22:10.377" v="35" actId="1076"/>
          <ac:picMkLst>
            <pc:docMk/>
            <pc:sldMk cId="3928645458" sldId="1537"/>
            <ac:picMk id="91" creationId="{832128DA-D6D6-9CBC-2787-0D892B88680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86CA0-9E40-4E54-B8E0-73FE17323832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-2228850" y="1143000"/>
            <a:ext cx="11315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A9E042-06D8-45F4-A7EF-697D57D2D2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1161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1pPr>
    <a:lvl2pPr marL="336932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2pPr>
    <a:lvl3pPr marL="673864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3pPr>
    <a:lvl4pPr marL="1010796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4pPr>
    <a:lvl5pPr marL="1347729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5pPr>
    <a:lvl6pPr marL="1684661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6pPr>
    <a:lvl7pPr marL="2021593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7pPr>
    <a:lvl8pPr marL="2358525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8pPr>
    <a:lvl9pPr marL="2695457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0010" y="706933"/>
            <a:ext cx="11880056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80010" y="2268784"/>
            <a:ext cx="11880056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13149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28906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0755" y="1076898"/>
            <a:ext cx="13662065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0755" y="2890725"/>
            <a:ext cx="13662065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1076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9005" y="1149890"/>
            <a:ext cx="6732032" cy="274073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19038" y="1149890"/>
            <a:ext cx="6732032" cy="274073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7064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068" y="229978"/>
            <a:ext cx="13662065" cy="83492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1069" y="1058899"/>
            <a:ext cx="6701094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1069" y="1577849"/>
            <a:ext cx="6701094" cy="23207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19038" y="1058899"/>
            <a:ext cx="6734095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019038" y="1577849"/>
            <a:ext cx="6734095" cy="23207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17815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43512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39726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069" y="287972"/>
            <a:ext cx="5108836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4095" y="621941"/>
            <a:ext cx="8019038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1069" y="1295877"/>
            <a:ext cx="5108836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05454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069" y="287972"/>
            <a:ext cx="5108836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34095" y="621941"/>
            <a:ext cx="8019038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1069" y="1295877"/>
            <a:ext cx="5108836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45566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11460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5554" y="229978"/>
            <a:ext cx="3415516" cy="366065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9005" y="229978"/>
            <a:ext cx="10048548" cy="366065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86839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5300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9005" y="229978"/>
            <a:ext cx="13662065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9005" y="1149890"/>
            <a:ext cx="13662065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9005" y="4003618"/>
            <a:ext cx="3564017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47025" y="4003618"/>
            <a:ext cx="5346025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87053" y="4003618"/>
            <a:ext cx="3564017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395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</p:sldLayoutIdLst>
  <p:hf sldNum="0" hdr="0" ftr="0" dt="0"/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kumimoji="1"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kumimoji="1"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図 83">
            <a:extLst>
              <a:ext uri="{FF2B5EF4-FFF2-40B4-BE49-F238E27FC236}">
                <a16:creationId xmlns:a16="http://schemas.microsoft.com/office/drawing/2014/main" id="{8BA082CC-8122-AB05-46E2-A14229B47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03" y="0"/>
            <a:ext cx="4226900" cy="4319588"/>
          </a:xfrm>
          <a:prstGeom prst="rect">
            <a:avLst/>
          </a:prstGeom>
        </p:spPr>
      </p:pic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D9F62674-69DF-C065-0D42-00B345A95EA9}"/>
              </a:ext>
            </a:extLst>
          </p:cNvPr>
          <p:cNvSpPr txBox="1"/>
          <p:nvPr/>
        </p:nvSpPr>
        <p:spPr>
          <a:xfrm>
            <a:off x="2119067" y="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Arial Unicode MS" panose="020B0604020202020204" pitchFamily="50" charset="-128"/>
                <a:ea typeface="Arial Unicode MS" panose="020B0604020202020204" pitchFamily="50" charset="-128"/>
                <a:cs typeface="Arial Unicode MS" panose="020B0604020202020204" pitchFamily="50" charset="-128"/>
              </a:rPr>
              <a:t>(a)</a:t>
            </a:r>
            <a:endParaRPr kumimoji="1" lang="ja-JP" altLang="en-US" dirty="0">
              <a:latin typeface="Arial Unicode MS" panose="020B0604020202020204" pitchFamily="50" charset="-128"/>
              <a:ea typeface="Arial Unicode MS" panose="020B0604020202020204" pitchFamily="50" charset="-128"/>
              <a:cs typeface="Arial Unicode MS" panose="020B0604020202020204" pitchFamily="50" charset="-128"/>
            </a:endParaRP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D6889DDC-5C56-2F29-EDC9-267A8FBAC456}"/>
              </a:ext>
            </a:extLst>
          </p:cNvPr>
          <p:cNvSpPr txBox="1"/>
          <p:nvPr/>
        </p:nvSpPr>
        <p:spPr>
          <a:xfrm>
            <a:off x="10623952" y="381812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  <a:latin typeface="Arial Unicode MS" panose="020B0604020202020204" pitchFamily="50" charset="-128"/>
                <a:ea typeface="Arial Unicode MS" panose="020B0604020202020204" pitchFamily="50" charset="-128"/>
                <a:cs typeface="Arial Unicode MS" panose="020B0604020202020204" pitchFamily="50" charset="-128"/>
              </a:rPr>
              <a:t>(b)</a:t>
            </a:r>
            <a:endParaRPr kumimoji="1" lang="ja-JP" altLang="en-US" dirty="0">
              <a:solidFill>
                <a:schemeClr val="bg1"/>
              </a:solidFill>
              <a:latin typeface="Arial Unicode MS" panose="020B0604020202020204" pitchFamily="50" charset="-128"/>
              <a:ea typeface="Arial Unicode MS" panose="020B0604020202020204" pitchFamily="50" charset="-128"/>
              <a:cs typeface="Arial Unicode MS" panose="020B0604020202020204" pitchFamily="50" charset="-128"/>
            </a:endParaRPr>
          </a:p>
        </p:txBody>
      </p:sp>
      <p:pic>
        <p:nvPicPr>
          <p:cNvPr id="89" name="図 88">
            <a:extLst>
              <a:ext uri="{FF2B5EF4-FFF2-40B4-BE49-F238E27FC236}">
                <a16:creationId xmlns:a16="http://schemas.microsoft.com/office/drawing/2014/main" id="{BC6BB2C4-6564-8EF4-7638-1CC9CB779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125" y="338376"/>
            <a:ext cx="5143619" cy="3724419"/>
          </a:xfrm>
          <a:prstGeom prst="rect">
            <a:avLst/>
          </a:prstGeom>
        </p:spPr>
      </p:pic>
      <p:pic>
        <p:nvPicPr>
          <p:cNvPr id="91" name="図 90">
            <a:extLst>
              <a:ext uri="{FF2B5EF4-FFF2-40B4-BE49-F238E27FC236}">
                <a16:creationId xmlns:a16="http://schemas.microsoft.com/office/drawing/2014/main" id="{832128DA-D6D6-9CBC-2787-0D892B8868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1833" y="338375"/>
            <a:ext cx="5157493" cy="3724419"/>
          </a:xfrm>
          <a:prstGeom prst="rect">
            <a:avLst/>
          </a:prstGeom>
        </p:spPr>
      </p:pic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24A625D5-287A-1A2B-F0B8-6F7E84A8F5ED}"/>
              </a:ext>
            </a:extLst>
          </p:cNvPr>
          <p:cNvSpPr txBox="1"/>
          <p:nvPr/>
        </p:nvSpPr>
        <p:spPr>
          <a:xfrm>
            <a:off x="6912537" y="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Arial Unicode MS" panose="020B0604020202020204" pitchFamily="50" charset="-128"/>
                <a:ea typeface="Arial Unicode MS" panose="020B0604020202020204" pitchFamily="50" charset="-128"/>
                <a:cs typeface="Arial Unicode MS" panose="020B0604020202020204" pitchFamily="50" charset="-128"/>
              </a:rPr>
              <a:t>(b)</a:t>
            </a:r>
            <a:endParaRPr kumimoji="1" lang="ja-JP" altLang="en-US" dirty="0">
              <a:latin typeface="Arial Unicode MS" panose="020B0604020202020204" pitchFamily="50" charset="-128"/>
              <a:ea typeface="Arial Unicode MS" panose="020B0604020202020204" pitchFamily="50" charset="-128"/>
              <a:cs typeface="Arial Unicode MS" panose="020B0604020202020204" pitchFamily="50" charset="-128"/>
            </a:endParaRP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7DB50DFF-8F6D-F6CF-BB21-2848B97668A0}"/>
              </a:ext>
            </a:extLst>
          </p:cNvPr>
          <p:cNvSpPr txBox="1"/>
          <p:nvPr/>
        </p:nvSpPr>
        <p:spPr>
          <a:xfrm>
            <a:off x="12427227" y="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Arial Unicode MS" panose="020B0604020202020204" pitchFamily="50" charset="-128"/>
                <a:ea typeface="Arial Unicode MS" panose="020B0604020202020204" pitchFamily="50" charset="-128"/>
                <a:cs typeface="Arial Unicode MS" panose="020B0604020202020204" pitchFamily="50" charset="-128"/>
              </a:rPr>
              <a:t>(c)</a:t>
            </a:r>
            <a:endParaRPr kumimoji="1" lang="ja-JP" altLang="en-US" dirty="0">
              <a:latin typeface="Arial Unicode MS" panose="020B0604020202020204" pitchFamily="50" charset="-128"/>
              <a:ea typeface="Arial Unicode MS" panose="020B0604020202020204" pitchFamily="50" charset="-128"/>
              <a:cs typeface="Arial Unicode MS" panose="020B060402020202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8645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211</TotalTime>
  <Words>12</Words>
  <Application>Microsoft Office PowerPoint</Application>
  <PresentationFormat>ユーザー設定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Arial Unicode MS</vt:lpstr>
      <vt:lpstr>游ゴシック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Yusuke Uchiyama</dc:creator>
  <cp:lastModifiedBy>Yusuke Uchiyama</cp:lastModifiedBy>
  <cp:revision>2</cp:revision>
  <dcterms:created xsi:type="dcterms:W3CDTF">2025-06-10T02:51:25Z</dcterms:created>
  <dcterms:modified xsi:type="dcterms:W3CDTF">2025-06-10T06:22:26Z</dcterms:modified>
</cp:coreProperties>
</file>