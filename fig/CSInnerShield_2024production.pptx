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"/>
  </p:notesMasterIdLst>
  <p:sldIdLst>
    <p:sldId id="1537" r:id="rId2"/>
  </p:sldIdLst>
  <p:sldSz cx="9361488" cy="3419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5D5F2-9EFE-4EFB-B886-B97E3A30DD1B}" v="2" dt="2025-12-16T04:25:17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84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8DA8F7F8-1A63-4483-BCFA-22CC77006ABC}"/>
    <pc:docChg chg="custSel modSld">
      <pc:chgData name="UCHIYAMA Yuusuke" userId="758e3d5f-3bbb-4028-bd3a-66c5ef996226" providerId="ADAL" clId="{8DA8F7F8-1A63-4483-BCFA-22CC77006ABC}" dt="2025-12-16T04:25:27.112" v="8" actId="1076"/>
      <pc:docMkLst>
        <pc:docMk/>
      </pc:docMkLst>
      <pc:sldChg chg="addSp delSp modSp mod">
        <pc:chgData name="UCHIYAMA Yuusuke" userId="758e3d5f-3bbb-4028-bd3a-66c5ef996226" providerId="ADAL" clId="{8DA8F7F8-1A63-4483-BCFA-22CC77006ABC}" dt="2025-12-16T04:25:27.112" v="8" actId="1076"/>
        <pc:sldMkLst>
          <pc:docMk/>
          <pc:sldMk cId="3928645458" sldId="1537"/>
        </pc:sldMkLst>
        <pc:grpChg chg="del">
          <ac:chgData name="UCHIYAMA Yuusuke" userId="758e3d5f-3bbb-4028-bd3a-66c5ef996226" providerId="ADAL" clId="{8DA8F7F8-1A63-4483-BCFA-22CC77006ABC}" dt="2025-12-16T04:24:37.997" v="1" actId="21"/>
          <ac:grpSpMkLst>
            <pc:docMk/>
            <pc:sldMk cId="3928645458" sldId="1537"/>
            <ac:grpSpMk id="57" creationId="{E35810EB-BBAB-1380-9352-F7E36B89E426}"/>
          </ac:grpSpMkLst>
        </pc:grpChg>
        <pc:grpChg chg="del">
          <ac:chgData name="UCHIYAMA Yuusuke" userId="758e3d5f-3bbb-4028-bd3a-66c5ef996226" providerId="ADAL" clId="{8DA8F7F8-1A63-4483-BCFA-22CC77006ABC}" dt="2025-12-16T04:24:36.654" v="0" actId="21"/>
          <ac:grpSpMkLst>
            <pc:docMk/>
            <pc:sldMk cId="3928645458" sldId="1537"/>
            <ac:grpSpMk id="70" creationId="{F06C38D1-1E80-7FF7-B749-A7A3CC435059}"/>
          </ac:grpSpMkLst>
        </pc:grpChg>
        <pc:picChg chg="add mod">
          <ac:chgData name="UCHIYAMA Yuusuke" userId="758e3d5f-3bbb-4028-bd3a-66c5ef996226" providerId="ADAL" clId="{8DA8F7F8-1A63-4483-BCFA-22CC77006ABC}" dt="2025-12-16T04:25:24.203" v="7" actId="1076"/>
          <ac:picMkLst>
            <pc:docMk/>
            <pc:sldMk cId="3928645458" sldId="1537"/>
            <ac:picMk id="2" creationId="{DB916224-6896-91C5-2C6F-8B55A2B5E67B}"/>
          </ac:picMkLst>
        </pc:picChg>
        <pc:picChg chg="add mod">
          <ac:chgData name="UCHIYAMA Yuusuke" userId="758e3d5f-3bbb-4028-bd3a-66c5ef996226" providerId="ADAL" clId="{8DA8F7F8-1A63-4483-BCFA-22CC77006ABC}" dt="2025-12-16T04:25:27.112" v="8" actId="1076"/>
          <ac:picMkLst>
            <pc:docMk/>
            <pc:sldMk cId="3928645458" sldId="1537"/>
            <ac:picMk id="3" creationId="{16D4CB4C-53AA-4E9E-EF04-B1079B1D0BCB}"/>
          </ac:picMkLst>
        </pc:picChg>
        <pc:cxnChg chg="mod">
          <ac:chgData name="UCHIYAMA Yuusuke" userId="758e3d5f-3bbb-4028-bd3a-66c5ef996226" providerId="ADAL" clId="{8DA8F7F8-1A63-4483-BCFA-22CC77006ABC}" dt="2025-12-16T04:24:37.997" v="1" actId="21"/>
          <ac:cxnSpMkLst>
            <pc:docMk/>
            <pc:sldMk cId="3928645458" sldId="1537"/>
            <ac:cxnSpMk id="66" creationId="{3B0F3781-905F-4845-A008-664DB5AEB291}"/>
          </ac:cxnSpMkLst>
        </pc:cxnChg>
        <pc:cxnChg chg="mod">
          <ac:chgData name="UCHIYAMA Yuusuke" userId="758e3d5f-3bbb-4028-bd3a-66c5ef996226" providerId="ADAL" clId="{8DA8F7F8-1A63-4483-BCFA-22CC77006ABC}" dt="2025-12-16T04:24:37.997" v="1" actId="21"/>
          <ac:cxnSpMkLst>
            <pc:docMk/>
            <pc:sldMk cId="3928645458" sldId="1537"/>
            <ac:cxnSpMk id="68" creationId="{684B1F03-B343-184D-86BD-D2359DE0CB2D}"/>
          </ac:cxnSpMkLst>
        </pc:cxnChg>
        <pc:cxnChg chg="mod">
          <ac:chgData name="UCHIYAMA Yuusuke" userId="758e3d5f-3bbb-4028-bd3a-66c5ef996226" providerId="ADAL" clId="{8DA8F7F8-1A63-4483-BCFA-22CC77006ABC}" dt="2025-12-16T04:24:37.997" v="1" actId="21"/>
          <ac:cxnSpMkLst>
            <pc:docMk/>
            <pc:sldMk cId="3928645458" sldId="1537"/>
            <ac:cxnSpMk id="69" creationId="{BA1696B6-0238-59F9-D681-B4E129E86E49}"/>
          </ac:cxnSpMkLst>
        </pc:cxnChg>
        <pc:cxnChg chg="mod">
          <ac:chgData name="UCHIYAMA Yuusuke" userId="758e3d5f-3bbb-4028-bd3a-66c5ef996226" providerId="ADAL" clId="{8DA8F7F8-1A63-4483-BCFA-22CC77006ABC}" dt="2025-12-16T04:24:36.654" v="0" actId="21"/>
          <ac:cxnSpMkLst>
            <pc:docMk/>
            <pc:sldMk cId="3928645458" sldId="1537"/>
            <ac:cxnSpMk id="77" creationId="{A19B8D11-3826-F7A3-70FD-01864D1C492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86CA0-9E40-4E54-B8E0-73FE17323832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795338" y="1143000"/>
            <a:ext cx="84486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9E042-06D8-45F4-A7EF-697D57D2D2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1pPr>
    <a:lvl2pPr marL="336932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2pPr>
    <a:lvl3pPr marL="673864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3pPr>
    <a:lvl4pPr marL="1010796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4pPr>
    <a:lvl5pPr marL="1347729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5pPr>
    <a:lvl6pPr marL="1684661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6pPr>
    <a:lvl7pPr marL="2021593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7pPr>
    <a:lvl8pPr marL="2358525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8pPr>
    <a:lvl9pPr marL="2695457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0186" y="559623"/>
            <a:ext cx="7021116" cy="1190484"/>
          </a:xfrm>
        </p:spPr>
        <p:txBody>
          <a:bodyPr anchor="b"/>
          <a:lstStyle>
            <a:lvl1pPr algn="ctr">
              <a:defRPr sz="299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0186" y="1796016"/>
            <a:ext cx="7021116" cy="825581"/>
          </a:xfrm>
        </p:spPr>
        <p:txBody>
          <a:bodyPr/>
          <a:lstStyle>
            <a:lvl1pPr marL="0" indent="0" algn="ctr">
              <a:buNone/>
              <a:defRPr sz="1197"/>
            </a:lvl1pPr>
            <a:lvl2pPr marL="227960" indent="0" algn="ctr">
              <a:buNone/>
              <a:defRPr sz="997"/>
            </a:lvl2pPr>
            <a:lvl3pPr marL="455920" indent="0" algn="ctr">
              <a:buNone/>
              <a:defRPr sz="897"/>
            </a:lvl3pPr>
            <a:lvl4pPr marL="683880" indent="0" algn="ctr">
              <a:buNone/>
              <a:defRPr sz="798"/>
            </a:lvl4pPr>
            <a:lvl5pPr marL="911840" indent="0" algn="ctr">
              <a:buNone/>
              <a:defRPr sz="798"/>
            </a:lvl5pPr>
            <a:lvl6pPr marL="1139800" indent="0" algn="ctr">
              <a:buNone/>
              <a:defRPr sz="798"/>
            </a:lvl6pPr>
            <a:lvl7pPr marL="1367760" indent="0" algn="ctr">
              <a:buNone/>
              <a:defRPr sz="798"/>
            </a:lvl7pPr>
            <a:lvl8pPr marL="1595719" indent="0" algn="ctr">
              <a:buNone/>
              <a:defRPr sz="798"/>
            </a:lvl8pPr>
            <a:lvl9pPr marL="1823679" indent="0" algn="ctr">
              <a:buNone/>
              <a:defRPr sz="79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870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628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727" y="852495"/>
            <a:ext cx="8074283" cy="1422406"/>
          </a:xfrm>
        </p:spPr>
        <p:txBody>
          <a:bodyPr anchor="b"/>
          <a:lstStyle>
            <a:lvl1pPr>
              <a:defRPr sz="299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727" y="2288357"/>
            <a:ext cx="8074283" cy="748010"/>
          </a:xfrm>
        </p:spPr>
        <p:txBody>
          <a:bodyPr/>
          <a:lstStyle>
            <a:lvl1pPr marL="0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1pPr>
            <a:lvl2pPr marL="227960" indent="0">
              <a:buNone/>
              <a:defRPr sz="997">
                <a:solidFill>
                  <a:schemeClr val="tx1">
                    <a:tint val="82000"/>
                  </a:schemeClr>
                </a:solidFill>
              </a:defRPr>
            </a:lvl2pPr>
            <a:lvl3pPr marL="455920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3pPr>
            <a:lvl4pPr marL="68388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4pPr>
            <a:lvl5pPr marL="91184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5pPr>
            <a:lvl6pPr marL="113980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6pPr>
            <a:lvl7pPr marL="136776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7pPr>
            <a:lvl8pPr marL="1595719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8pPr>
            <a:lvl9pPr marL="1823679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5227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603" y="910277"/>
            <a:ext cx="3978632" cy="21696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254" y="910277"/>
            <a:ext cx="3978632" cy="21696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0499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822" y="182056"/>
            <a:ext cx="8074283" cy="66094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822" y="838246"/>
            <a:ext cx="3960348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822" y="1249058"/>
            <a:ext cx="3960348" cy="183717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253" y="838246"/>
            <a:ext cx="3979852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253" y="1249058"/>
            <a:ext cx="3979852" cy="183717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7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728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059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822" y="227965"/>
            <a:ext cx="3019323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852" y="492341"/>
            <a:ext cx="4739253" cy="2430044"/>
          </a:xfrm>
        </p:spPr>
        <p:txBody>
          <a:bodyPr/>
          <a:lstStyle>
            <a:lvl1pPr>
              <a:defRPr sz="1596"/>
            </a:lvl1pPr>
            <a:lvl2pPr>
              <a:defRPr sz="1396"/>
            </a:lvl2pPr>
            <a:lvl3pPr>
              <a:defRPr sz="1197"/>
            </a:lvl3pPr>
            <a:lvl4pPr>
              <a:defRPr sz="997"/>
            </a:lvl4pPr>
            <a:lvl5pPr>
              <a:defRPr sz="997"/>
            </a:lvl5pPr>
            <a:lvl6pPr>
              <a:defRPr sz="997"/>
            </a:lvl6pPr>
            <a:lvl7pPr>
              <a:defRPr sz="997"/>
            </a:lvl7pPr>
            <a:lvl8pPr>
              <a:defRPr sz="997"/>
            </a:lvl8pPr>
            <a:lvl9pPr>
              <a:defRPr sz="99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822" y="1025843"/>
            <a:ext cx="3019323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773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822" y="227965"/>
            <a:ext cx="3019323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852" y="492341"/>
            <a:ext cx="4739253" cy="2430044"/>
          </a:xfrm>
        </p:spPr>
        <p:txBody>
          <a:bodyPr anchor="t"/>
          <a:lstStyle>
            <a:lvl1pPr marL="0" indent="0">
              <a:buNone/>
              <a:defRPr sz="1596"/>
            </a:lvl1pPr>
            <a:lvl2pPr marL="227960" indent="0">
              <a:buNone/>
              <a:defRPr sz="1396"/>
            </a:lvl2pPr>
            <a:lvl3pPr marL="455920" indent="0">
              <a:buNone/>
              <a:defRPr sz="1197"/>
            </a:lvl3pPr>
            <a:lvl4pPr marL="683880" indent="0">
              <a:buNone/>
              <a:defRPr sz="997"/>
            </a:lvl4pPr>
            <a:lvl5pPr marL="911840" indent="0">
              <a:buNone/>
              <a:defRPr sz="997"/>
            </a:lvl5pPr>
            <a:lvl6pPr marL="1139800" indent="0">
              <a:buNone/>
              <a:defRPr sz="997"/>
            </a:lvl6pPr>
            <a:lvl7pPr marL="1367760" indent="0">
              <a:buNone/>
              <a:defRPr sz="997"/>
            </a:lvl7pPr>
            <a:lvl8pPr marL="1595719" indent="0">
              <a:buNone/>
              <a:defRPr sz="997"/>
            </a:lvl8pPr>
            <a:lvl9pPr marL="1823679" indent="0">
              <a:buNone/>
              <a:defRPr sz="99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822" y="1025843"/>
            <a:ext cx="3019323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1189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15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9315" y="182055"/>
            <a:ext cx="2018571" cy="289784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602" y="182055"/>
            <a:ext cx="5938694" cy="289784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842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23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603" y="182056"/>
            <a:ext cx="8074283" cy="660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603" y="910277"/>
            <a:ext cx="8074283" cy="2169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602" y="3169347"/>
            <a:ext cx="2106335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993" y="3169347"/>
            <a:ext cx="3159502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1551" y="3169347"/>
            <a:ext cx="2106335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6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455920" rtl="0" eaLnBrk="1" latinLnBrk="0" hangingPunct="1">
        <a:lnSpc>
          <a:spcPct val="90000"/>
        </a:lnSpc>
        <a:spcBef>
          <a:spcPct val="0"/>
        </a:spcBef>
        <a:buNone/>
        <a:defRPr kumimoji="1" sz="21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980" indent="-113980" algn="l" defTabSz="455920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kumimoji="1" sz="139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1197" kern="1200">
          <a:solidFill>
            <a:schemeClr val="tx1"/>
          </a:solidFill>
          <a:latin typeface="+mn-lt"/>
          <a:ea typeface="+mn-ea"/>
          <a:cs typeface="+mn-cs"/>
        </a:defRPr>
      </a:lvl2pPr>
      <a:lvl3pPr marL="56990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79786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102582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25378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48173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70969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93765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96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92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88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184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980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7760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5719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3679" algn="l" defTabSz="455920" rtl="0" eaLnBrk="1" latinLnBrk="0" hangingPunct="1">
        <a:defRPr kumimoji="1"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B916224-6896-91C5-2C6F-8B55A2B5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958" cy="340678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6D4CB4C-53AA-4E9E-EF04-B1079B1D0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488" y="-1"/>
            <a:ext cx="4953000" cy="340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4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2</cp:revision>
  <dcterms:created xsi:type="dcterms:W3CDTF">2025-06-10T02:51:25Z</dcterms:created>
  <dcterms:modified xsi:type="dcterms:W3CDTF">2025-12-16T04:25:27Z</dcterms:modified>
</cp:coreProperties>
</file>