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</p:sldIdLst>
  <p:sldSz cx="1332071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60"/>
  </p:normalViewPr>
  <p:slideViewPr>
    <p:cSldViewPr snapToGrid="0">
      <p:cViewPr>
        <p:scale>
          <a:sx n="102" d="100"/>
          <a:sy n="102" d="100"/>
        </p:scale>
        <p:origin x="2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E78784A1-80B4-458F-8EC5-7324D40B57FB}"/>
    <pc:docChg chg="undo custSel modSld">
      <pc:chgData name="UCHIYAMA Yuusuke" userId="758e3d5f-3bbb-4028-bd3a-66c5ef996226" providerId="ADAL" clId="{E78784A1-80B4-458F-8EC5-7324D40B57FB}" dt="2024-12-25T02:07:46.241" v="48" actId="1035"/>
      <pc:docMkLst>
        <pc:docMk/>
      </pc:docMkLst>
      <pc:sldChg chg="addSp delSp modSp mod">
        <pc:chgData name="UCHIYAMA Yuusuke" userId="758e3d5f-3bbb-4028-bd3a-66c5ef996226" providerId="ADAL" clId="{E78784A1-80B4-458F-8EC5-7324D40B57FB}" dt="2024-12-25T02:07:46.241" v="48" actId="1035"/>
        <pc:sldMkLst>
          <pc:docMk/>
          <pc:sldMk cId="1699194054" sldId="256"/>
        </pc:sldMkLst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31" creationId="{D4E8B6A9-41A9-CD13-664C-ED6E1871897E}"/>
          </ac:spMkLst>
        </pc:spChg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32" creationId="{47C0D575-051C-28DA-AEAB-6F9A94ABD0D3}"/>
          </ac:spMkLst>
        </pc:spChg>
        <pc:spChg chg="mod">
          <ac:chgData name="UCHIYAMA Yuusuke" userId="758e3d5f-3bbb-4028-bd3a-66c5ef996226" providerId="ADAL" clId="{E78784A1-80B4-458F-8EC5-7324D40B57FB}" dt="2024-12-25T02:05:57.693" v="11" actId="1076"/>
          <ac:spMkLst>
            <pc:docMk/>
            <pc:sldMk cId="1699194054" sldId="256"/>
            <ac:spMk id="34" creationId="{898873A2-8A44-4D95-264E-50ACE5601BB5}"/>
          </ac:spMkLst>
        </pc:spChg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35" creationId="{2D3AC4E3-2681-1137-92A8-1402B980DBA6}"/>
          </ac:spMkLst>
        </pc:spChg>
        <pc:spChg chg="mod">
          <ac:chgData name="UCHIYAMA Yuusuke" userId="758e3d5f-3bbb-4028-bd3a-66c5ef996226" providerId="ADAL" clId="{E78784A1-80B4-458F-8EC5-7324D40B57FB}" dt="2024-12-25T02:06:18.536" v="16" actId="1076"/>
          <ac:spMkLst>
            <pc:docMk/>
            <pc:sldMk cId="1699194054" sldId="256"/>
            <ac:spMk id="36" creationId="{619713B9-0807-7B39-A566-68FFB0501EA0}"/>
          </ac:spMkLst>
        </pc:spChg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41" creationId="{FA715CAC-7579-3894-B7AA-5DA0BB52A6B6}"/>
          </ac:spMkLst>
        </pc:spChg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44" creationId="{780D8C60-0598-1288-DDBC-0CEB6612352F}"/>
          </ac:spMkLst>
        </pc:spChg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46" creationId="{1108C3C1-D009-D846-93BF-57A06DF17552}"/>
          </ac:spMkLst>
        </pc:spChg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47" creationId="{128104E0-FD5B-F481-66CF-1DC191FF5C75}"/>
          </ac:spMkLst>
        </pc:spChg>
        <pc:spChg chg="mod">
          <ac:chgData name="UCHIYAMA Yuusuke" userId="758e3d5f-3bbb-4028-bd3a-66c5ef996226" providerId="ADAL" clId="{E78784A1-80B4-458F-8EC5-7324D40B57FB}" dt="2024-12-25T02:03:49.158" v="1"/>
          <ac:spMkLst>
            <pc:docMk/>
            <pc:sldMk cId="1699194054" sldId="256"/>
            <ac:spMk id="49" creationId="{5D034A88-CD4E-7E88-462A-F0A9C6C7E7BC}"/>
          </ac:spMkLst>
        </pc:spChg>
        <pc:spChg chg="add mod">
          <ac:chgData name="UCHIYAMA Yuusuke" userId="758e3d5f-3bbb-4028-bd3a-66c5ef996226" providerId="ADAL" clId="{E78784A1-80B4-458F-8EC5-7324D40B57FB}" dt="2024-12-25T02:07:46.241" v="48" actId="1035"/>
          <ac:spMkLst>
            <pc:docMk/>
            <pc:sldMk cId="1699194054" sldId="256"/>
            <ac:spMk id="51" creationId="{F04460BD-5234-4367-C16D-A099FA01C2D2}"/>
          </ac:spMkLst>
        </pc:spChg>
        <pc:spChg chg="add mod">
          <ac:chgData name="UCHIYAMA Yuusuke" userId="758e3d5f-3bbb-4028-bd3a-66c5ef996226" providerId="ADAL" clId="{E78784A1-80B4-458F-8EC5-7324D40B57FB}" dt="2024-12-25T02:07:46.241" v="48" actId="1035"/>
          <ac:spMkLst>
            <pc:docMk/>
            <pc:sldMk cId="1699194054" sldId="256"/>
            <ac:spMk id="54" creationId="{60B87739-26D3-B29A-8E7D-EA03BA44402F}"/>
          </ac:spMkLst>
        </pc:spChg>
        <pc:spChg chg="add mod">
          <ac:chgData name="UCHIYAMA Yuusuke" userId="758e3d5f-3bbb-4028-bd3a-66c5ef996226" providerId="ADAL" clId="{E78784A1-80B4-458F-8EC5-7324D40B57FB}" dt="2024-12-25T02:07:46.241" v="48" actId="1035"/>
          <ac:spMkLst>
            <pc:docMk/>
            <pc:sldMk cId="1699194054" sldId="256"/>
            <ac:spMk id="56" creationId="{4D5170A6-0EC6-C0CD-883E-779F09EE6C97}"/>
          </ac:spMkLst>
        </pc:spChg>
        <pc:grpChg chg="add mod">
          <ac:chgData name="UCHIYAMA Yuusuke" userId="758e3d5f-3bbb-4028-bd3a-66c5ef996226" providerId="ADAL" clId="{E78784A1-80B4-458F-8EC5-7324D40B57FB}" dt="2024-12-25T02:07:46.241" v="48" actId="1035"/>
          <ac:grpSpMkLst>
            <pc:docMk/>
            <pc:sldMk cId="1699194054" sldId="256"/>
            <ac:grpSpMk id="2" creationId="{55A18239-71CC-29A6-E1DD-EE839C2CC46B}"/>
          </ac:grpSpMkLst>
        </pc:grpChg>
        <pc:grpChg chg="del">
          <ac:chgData name="UCHIYAMA Yuusuke" userId="758e3d5f-3bbb-4028-bd3a-66c5ef996226" providerId="ADAL" clId="{E78784A1-80B4-458F-8EC5-7324D40B57FB}" dt="2024-12-25T02:03:37.345" v="0" actId="21"/>
          <ac:grpSpMkLst>
            <pc:docMk/>
            <pc:sldMk cId="1699194054" sldId="256"/>
            <ac:grpSpMk id="33" creationId="{B8A7220A-76CA-53D9-C300-21907B12C0BC}"/>
          </ac:grpSpMkLst>
        </pc:grpChg>
        <pc:picChg chg="mod modCrop">
          <ac:chgData name="UCHIYAMA Yuusuke" userId="758e3d5f-3bbb-4028-bd3a-66c5ef996226" providerId="ADAL" clId="{E78784A1-80B4-458F-8EC5-7324D40B57FB}" dt="2024-12-25T02:04:52.318" v="6" actId="732"/>
          <ac:picMkLst>
            <pc:docMk/>
            <pc:sldMk cId="1699194054" sldId="256"/>
            <ac:picMk id="6" creationId="{7DAC6989-86CA-2B1D-2929-3A29B0FBB001}"/>
          </ac:picMkLst>
        </pc:picChg>
        <pc:cxnChg chg="mod">
          <ac:chgData name="UCHIYAMA Yuusuke" userId="758e3d5f-3bbb-4028-bd3a-66c5ef996226" providerId="ADAL" clId="{E78784A1-80B4-458F-8EC5-7324D40B57FB}" dt="2024-12-25T02:03:37.345" v="0" actId="21"/>
          <ac:cxnSpMkLst>
            <pc:docMk/>
            <pc:sldMk cId="1699194054" sldId="256"/>
            <ac:cxnSpMk id="26" creationId="{FD92AFA0-40AE-D4BF-C268-9D15A6C72E3F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37" creationId="{7EA691E0-6533-1F29-365A-BA17717B22DC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38" creationId="{007E7A0B-B60F-073E-D25B-61C0ACDF6F79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39" creationId="{09EA21AB-D490-0AC2-A8ED-3922B94A07CA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40" creationId="{DCB63E80-290B-22A2-6B8B-735D82819EE7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42" creationId="{92A11B1F-FD3B-3C2E-F9F9-6631CF012F99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43" creationId="{5D98CF68-C8A6-839F-76B6-3B9D0D37E719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45" creationId="{3FBCC3A0-A790-4564-2079-F745C60BA4EA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48" creationId="{3B5F97CB-6B23-9386-884A-B528CC7DBAB3}"/>
          </ac:cxnSpMkLst>
        </pc:cxnChg>
        <pc:cxnChg chg="mod">
          <ac:chgData name="UCHIYAMA Yuusuke" userId="758e3d5f-3bbb-4028-bd3a-66c5ef996226" providerId="ADAL" clId="{E78784A1-80B4-458F-8EC5-7324D40B57FB}" dt="2024-12-25T02:03:49.158" v="1"/>
          <ac:cxnSpMkLst>
            <pc:docMk/>
            <pc:sldMk cId="1699194054" sldId="256"/>
            <ac:cxnSpMk id="50" creationId="{5DEEE675-7B65-8357-DECE-51A52D075DB4}"/>
          </ac:cxnSpMkLst>
        </pc:cxnChg>
        <pc:cxnChg chg="add mod">
          <ac:chgData name="UCHIYAMA Yuusuke" userId="758e3d5f-3bbb-4028-bd3a-66c5ef996226" providerId="ADAL" clId="{E78784A1-80B4-458F-8EC5-7324D40B57FB}" dt="2024-12-25T02:07:46.241" v="48" actId="1035"/>
          <ac:cxnSpMkLst>
            <pc:docMk/>
            <pc:sldMk cId="1699194054" sldId="256"/>
            <ac:cxnSpMk id="52" creationId="{D54FC64B-9379-6705-A521-41047F696A46}"/>
          </ac:cxnSpMkLst>
        </pc:cxnChg>
        <pc:cxnChg chg="add mod">
          <ac:chgData name="UCHIYAMA Yuusuke" userId="758e3d5f-3bbb-4028-bd3a-66c5ef996226" providerId="ADAL" clId="{E78784A1-80B4-458F-8EC5-7324D40B57FB}" dt="2024-12-25T02:07:46.241" v="48" actId="1035"/>
          <ac:cxnSpMkLst>
            <pc:docMk/>
            <pc:sldMk cId="1699194054" sldId="256"/>
            <ac:cxnSpMk id="53" creationId="{4597718D-87B8-8D11-FD84-5E9652FBE749}"/>
          </ac:cxnSpMkLst>
        </pc:cxnChg>
        <pc:cxnChg chg="add mod">
          <ac:chgData name="UCHIYAMA Yuusuke" userId="758e3d5f-3bbb-4028-bd3a-66c5ef996226" providerId="ADAL" clId="{E78784A1-80B4-458F-8EC5-7324D40B57FB}" dt="2024-12-25T02:07:46.241" v="48" actId="1035"/>
          <ac:cxnSpMkLst>
            <pc:docMk/>
            <pc:sldMk cId="1699194054" sldId="256"/>
            <ac:cxnSpMk id="55" creationId="{13067185-5D27-E787-688B-1022DD821C5B}"/>
          </ac:cxnSpMkLst>
        </pc:cxnChg>
        <pc:cxnChg chg="add mod">
          <ac:chgData name="UCHIYAMA Yuusuke" userId="758e3d5f-3bbb-4028-bd3a-66c5ef996226" providerId="ADAL" clId="{E78784A1-80B4-458F-8EC5-7324D40B57FB}" dt="2024-12-25T02:07:46.241" v="48" actId="1035"/>
          <ac:cxnSpMkLst>
            <pc:docMk/>
            <pc:sldMk cId="1699194054" sldId="256"/>
            <ac:cxnSpMk id="57" creationId="{88F4F5F0-2A09-A7C3-CB58-B096AA6B5468}"/>
          </ac:cxnSpMkLst>
        </pc:cxnChg>
      </pc:sldChg>
    </pc:docChg>
  </pc:docChgLst>
  <pc:docChgLst>
    <pc:chgData name="雄祐" userId="758e3d5f-3bbb-4028-bd3a-66c5ef996226" providerId="ADAL" clId="{E631E0D5-2F31-4E73-BF24-82CA72B6452E}"/>
    <pc:docChg chg="undo redo custSel modSld">
      <pc:chgData name="雄祐" userId="758e3d5f-3bbb-4028-bd3a-66c5ef996226" providerId="ADAL" clId="{E631E0D5-2F31-4E73-BF24-82CA72B6452E}" dt="2024-12-28T04:22:43.557" v="56" actId="20577"/>
      <pc:docMkLst>
        <pc:docMk/>
      </pc:docMkLst>
      <pc:sldChg chg="modSp mod">
        <pc:chgData name="雄祐" userId="758e3d5f-3bbb-4028-bd3a-66c5ef996226" providerId="ADAL" clId="{E631E0D5-2F31-4E73-BF24-82CA72B6452E}" dt="2024-12-28T04:22:43.557" v="56" actId="20577"/>
        <pc:sldMkLst>
          <pc:docMk/>
          <pc:sldMk cId="1699194054" sldId="256"/>
        </pc:sldMkLst>
        <pc:spChg chg="mod">
          <ac:chgData name="雄祐" userId="758e3d5f-3bbb-4028-bd3a-66c5ef996226" providerId="ADAL" clId="{E631E0D5-2F31-4E73-BF24-82CA72B6452E}" dt="2024-12-28T04:20:42.813" v="19" actId="20577"/>
          <ac:spMkLst>
            <pc:docMk/>
            <pc:sldMk cId="1699194054" sldId="256"/>
            <ac:spMk id="31" creationId="{D4E8B6A9-41A9-CD13-664C-ED6E1871897E}"/>
          </ac:spMkLst>
        </pc:spChg>
        <pc:spChg chg="mod">
          <ac:chgData name="雄祐" userId="758e3d5f-3bbb-4028-bd3a-66c5ef996226" providerId="ADAL" clId="{E631E0D5-2F31-4E73-BF24-82CA72B6452E}" dt="2024-12-28T04:22:43.557" v="56" actId="20577"/>
          <ac:spMkLst>
            <pc:docMk/>
            <pc:sldMk cId="1699194054" sldId="256"/>
            <ac:spMk id="54" creationId="{60B87739-26D3-B29A-8E7D-EA03BA44402F}"/>
          </ac:spMkLst>
        </pc:spChg>
        <pc:spChg chg="mod">
          <ac:chgData name="雄祐" userId="758e3d5f-3bbb-4028-bd3a-66c5ef996226" providerId="ADAL" clId="{E631E0D5-2F31-4E73-BF24-82CA72B6452E}" dt="2024-12-28T04:21:22.495" v="20" actId="1076"/>
          <ac:spMkLst>
            <pc:docMk/>
            <pc:sldMk cId="1699194054" sldId="256"/>
            <ac:spMk id="56" creationId="{4D5170A6-0EC6-C0CD-883E-779F09EE6C97}"/>
          </ac:spMkLst>
        </pc:spChg>
        <pc:grpChg chg="mod">
          <ac:chgData name="雄祐" userId="758e3d5f-3bbb-4028-bd3a-66c5ef996226" providerId="ADAL" clId="{E631E0D5-2F31-4E73-BF24-82CA72B6452E}" dt="2024-12-28T04:21:55.474" v="31" actId="1076"/>
          <ac:grpSpMkLst>
            <pc:docMk/>
            <pc:sldMk cId="1699194054" sldId="256"/>
            <ac:grpSpMk id="2" creationId="{55A18239-71CC-29A6-E1DD-EE839C2CC46B}"/>
          </ac:grpSpMkLst>
        </pc:grpChg>
        <pc:cxnChg chg="mod">
          <ac:chgData name="雄祐" userId="758e3d5f-3bbb-4028-bd3a-66c5ef996226" providerId="ADAL" clId="{E631E0D5-2F31-4E73-BF24-82CA72B6452E}" dt="2024-12-28T04:22:02.289" v="36" actId="1037"/>
          <ac:cxnSpMkLst>
            <pc:docMk/>
            <pc:sldMk cId="1699194054" sldId="256"/>
            <ac:cxnSpMk id="40" creationId="{DCB63E80-290B-22A2-6B8B-735D82819EE7}"/>
          </ac:cxnSpMkLst>
        </pc:cxnChg>
        <pc:cxnChg chg="mod">
          <ac:chgData name="雄祐" userId="758e3d5f-3bbb-4028-bd3a-66c5ef996226" providerId="ADAL" clId="{E631E0D5-2F31-4E73-BF24-82CA72B6452E}" dt="2024-12-28T04:21:53.745" v="30" actId="14100"/>
          <ac:cxnSpMkLst>
            <pc:docMk/>
            <pc:sldMk cId="1699194054" sldId="256"/>
            <ac:cxnSpMk id="57" creationId="{88F4F5F0-2A09-A7C3-CB58-B096AA6B546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089" y="1060529"/>
            <a:ext cx="9990535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3403592"/>
            <a:ext cx="9990535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93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1" y="1615545"/>
            <a:ext cx="11489115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1" y="4336618"/>
            <a:ext cx="11489115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5060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1725046"/>
            <a:ext cx="5661303" cy="41116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1725046"/>
            <a:ext cx="5661303" cy="41116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54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345010"/>
            <a:ext cx="11489115" cy="125253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5" y="1588543"/>
            <a:ext cx="5635285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5" y="2367064"/>
            <a:ext cx="5635285" cy="3481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1" y="1588543"/>
            <a:ext cx="566303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1" y="2367064"/>
            <a:ext cx="5663038" cy="3481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30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22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83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432012"/>
            <a:ext cx="4296276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933026"/>
            <a:ext cx="6743611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1944052"/>
            <a:ext cx="4296276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92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432012"/>
            <a:ext cx="4296276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933026"/>
            <a:ext cx="6743611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1944052"/>
            <a:ext cx="4296276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65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17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5" y="345009"/>
            <a:ext cx="2872279" cy="549164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799" y="345009"/>
            <a:ext cx="8450327" cy="549164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4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345010"/>
            <a:ext cx="11489115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1725046"/>
            <a:ext cx="11489115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6006163"/>
            <a:ext cx="299716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986EE-3F7C-4D3D-BBD8-750034447C60}" type="datetimeFigureOut">
              <a:rPr kumimoji="1" lang="ja-JP" altLang="en-US" smtClean="0"/>
              <a:t>2024/12/28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6006163"/>
            <a:ext cx="4495741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6006163"/>
            <a:ext cx="299716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98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kumimoji="1"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kumimoji="1"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5A18239-71CC-29A6-E1DD-EE839C2CC46B}"/>
              </a:ext>
            </a:extLst>
          </p:cNvPr>
          <p:cNvGrpSpPr/>
          <p:nvPr/>
        </p:nvGrpSpPr>
        <p:grpSpPr>
          <a:xfrm>
            <a:off x="-268924" y="13960"/>
            <a:ext cx="13336120" cy="6437188"/>
            <a:chOff x="16641135" y="21890396"/>
            <a:chExt cx="10536672" cy="5085928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7DAC6989-86CA-2B1D-2929-3A29B0FBB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651" r="16600" b="9594"/>
            <a:stretch/>
          </p:blipFill>
          <p:spPr>
            <a:xfrm>
              <a:off x="16641135" y="21890396"/>
              <a:ext cx="10536672" cy="5085928"/>
            </a:xfrm>
            <a:prstGeom prst="rect">
              <a:avLst/>
            </a:prstGeom>
          </p:spPr>
        </p:pic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D4E8B6A9-41A9-CD13-664C-ED6E1871897E}"/>
                </a:ext>
              </a:extLst>
            </p:cNvPr>
            <p:cNvSpPr txBox="1"/>
            <p:nvPr/>
          </p:nvSpPr>
          <p:spPr>
            <a:xfrm>
              <a:off x="24546505" y="22178658"/>
              <a:ext cx="1341487" cy="316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2000" dirty="0"/>
                <a:t>CS</a:t>
              </a:r>
              <a:r>
                <a:rPr lang="ja-JP" altLang="en-US" sz="2000" dirty="0"/>
                <a:t> </a:t>
              </a:r>
              <a:r>
                <a:rPr lang="en-US" altLang="ja-JP" sz="2000" dirty="0"/>
                <a:t>return</a:t>
              </a:r>
              <a:r>
                <a:rPr kumimoji="1" lang="en-US" altLang="ja-JP" sz="2000" dirty="0"/>
                <a:t> </a:t>
              </a:r>
              <a:r>
                <a:rPr lang="en-US" altLang="ja-JP" sz="2000" dirty="0"/>
                <a:t>y</a:t>
              </a:r>
              <a:r>
                <a:rPr kumimoji="1" lang="en-US" altLang="ja-JP" sz="2000" dirty="0"/>
                <a:t>oke</a:t>
              </a:r>
              <a:endParaRPr kumimoji="1" lang="ja-JP" altLang="en-US" sz="2000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47C0D575-051C-28DA-AEAB-6F9A94ABD0D3}"/>
                </a:ext>
              </a:extLst>
            </p:cNvPr>
            <p:cNvSpPr txBox="1"/>
            <p:nvPr/>
          </p:nvSpPr>
          <p:spPr>
            <a:xfrm>
              <a:off x="18024375" y="23767161"/>
              <a:ext cx="2085180" cy="316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2000" dirty="0"/>
                <a:t>Pion</a:t>
              </a:r>
              <a:r>
                <a:rPr kumimoji="1" lang="en-US" altLang="ja-JP" sz="2000" dirty="0"/>
                <a:t> production target</a:t>
              </a:r>
              <a:endParaRPr kumimoji="1" lang="ja-JP" altLang="en-US" sz="2000" dirty="0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898873A2-8A44-4D95-264E-50ACE5601BB5}"/>
                </a:ext>
              </a:extLst>
            </p:cNvPr>
            <p:cNvSpPr txBox="1"/>
            <p:nvPr/>
          </p:nvSpPr>
          <p:spPr>
            <a:xfrm>
              <a:off x="25096967" y="25611242"/>
              <a:ext cx="1639724" cy="316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2000" dirty="0">
                  <a:latin typeface="Spica Neue P Bold" panose="02000803000000000000" pitchFamily="2" charset="-128"/>
                  <a:ea typeface="Spica Neue P Bold" panose="02000803000000000000" pitchFamily="2" charset="-128"/>
                  <a:cs typeface="Spica Neue P Bold" panose="02000803000000000000" pitchFamily="2" charset="-128"/>
                </a:rPr>
                <a:t>CS I</a:t>
              </a:r>
              <a:r>
                <a:rPr kumimoji="1" lang="en-US" altLang="ja-JP" sz="2000" dirty="0">
                  <a:latin typeface="Spica Neue P Bold" panose="02000803000000000000" pitchFamily="2" charset="-128"/>
                  <a:ea typeface="Spica Neue P Bold" panose="02000803000000000000" pitchFamily="2" charset="-128"/>
                  <a:cs typeface="Spica Neue P Bold" panose="02000803000000000000" pitchFamily="2" charset="-128"/>
                </a:rPr>
                <a:t>nner shield</a:t>
              </a:r>
              <a:endParaRPr kumimoji="1" lang="ja-JP" altLang="en-US" sz="2000" dirty="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2D3AC4E3-2681-1137-92A8-1402B980DBA6}"/>
                    </a:ext>
                  </a:extLst>
                </p:cNvPr>
                <p:cNvSpPr txBox="1"/>
                <p:nvPr/>
              </p:nvSpPr>
              <p:spPr>
                <a:xfrm>
                  <a:off x="25974515" y="24994878"/>
                  <a:ext cx="1019084" cy="55929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kumimoji="1" lang="en-US" altLang="ja-JP" sz="2000" dirty="0"/>
                    <a:t>CS bore</a:t>
                  </a:r>
                </a:p>
                <a:p>
                  <a:pPr algn="l"/>
                  <a14:m>
                    <m:oMath xmlns:m="http://schemas.openxmlformats.org/officeDocument/2006/math">
                      <m:r>
                        <a:rPr kumimoji="1" lang="en-US" altLang="ja-JP" sz="2000" i="1" dirty="0">
                          <a:latin typeface="Cambria Math" panose="02040503050406030204" pitchFamily="18" charset="0"/>
                        </a:rPr>
                        <m:t>𝒪</m:t>
                      </m:r>
                    </m:oMath>
                  </a14:m>
                  <a:r>
                    <a:rPr kumimoji="1" lang="en-US" altLang="ja-JP" sz="2000" dirty="0"/>
                    <a:t>(10</a:t>
                  </a:r>
                  <a:r>
                    <a:rPr kumimoji="1" lang="en-US" altLang="ja-JP" sz="2000" baseline="30000" dirty="0"/>
                    <a:t>-5</a:t>
                  </a:r>
                  <a:r>
                    <a:rPr kumimoji="1" lang="en-US" altLang="ja-JP" sz="2000" dirty="0"/>
                    <a:t>) Pa</a:t>
                  </a:r>
                  <a:endParaRPr kumimoji="1" lang="ja-JP" altLang="en-US" sz="2000" dirty="0"/>
                </a:p>
              </p:txBody>
            </p:sp>
          </mc:Choice>
          <mc:Fallback xmlns="">
            <p:sp>
              <p:nvSpPr>
                <p:cNvPr id="172" name="テキスト ボックス 171">
                  <a:extLst>
                    <a:ext uri="{FF2B5EF4-FFF2-40B4-BE49-F238E27FC236}">
                      <a16:creationId xmlns:a16="http://schemas.microsoft.com/office/drawing/2014/main" id="{8B9CC99A-C4DF-F202-A965-C6DD46DD1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74515" y="24994878"/>
                  <a:ext cx="1019084" cy="559290"/>
                </a:xfrm>
                <a:prstGeom prst="rect">
                  <a:avLst/>
                </a:prstGeom>
                <a:blipFill>
                  <a:blip r:embed="rId21"/>
                  <a:stretch>
                    <a:fillRect l="-5213" t="-5172" r="-4265" b="-1465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619713B9-0807-7B39-A566-68FFB0501EA0}"/>
                </a:ext>
              </a:extLst>
            </p:cNvPr>
            <p:cNvSpPr txBox="1"/>
            <p:nvPr/>
          </p:nvSpPr>
          <p:spPr>
            <a:xfrm>
              <a:off x="20618309" y="22287601"/>
              <a:ext cx="2496846" cy="316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2000" dirty="0"/>
                <a:t>1200-mm bore pillow seal</a:t>
              </a:r>
              <a:endParaRPr kumimoji="1" lang="ja-JP" altLang="en-US" sz="2000" dirty="0"/>
            </a:p>
          </p:txBody>
        </p: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7EA691E0-6533-1F29-365A-BA17717B22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13086" y="24862021"/>
              <a:ext cx="663932" cy="620052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007E7A0B-B60F-073E-D25B-61C0ACDF6F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916829" y="24493090"/>
              <a:ext cx="507288" cy="529088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09EA21AB-D490-0AC2-A8ED-3922B94A07CA}"/>
                </a:ext>
              </a:extLst>
            </p:cNvPr>
            <p:cNvCxnSpPr>
              <a:cxnSpLocks/>
            </p:cNvCxnSpPr>
            <p:nvPr/>
          </p:nvCxnSpPr>
          <p:spPr>
            <a:xfrm>
              <a:off x="19363533" y="24115767"/>
              <a:ext cx="635193" cy="434184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DCB63E80-290B-22A2-6B8B-735D82819E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00944" y="22625654"/>
              <a:ext cx="246337" cy="1396067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FA715CAC-7579-3894-B7AA-5DA0BB52A6B6}"/>
                </a:ext>
              </a:extLst>
            </p:cNvPr>
            <p:cNvSpPr txBox="1"/>
            <p:nvPr/>
          </p:nvSpPr>
          <p:spPr>
            <a:xfrm>
              <a:off x="17171221" y="25731302"/>
              <a:ext cx="1073544" cy="316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2000" dirty="0"/>
                <a:t>P</a:t>
              </a:r>
              <a:r>
                <a:rPr kumimoji="1" lang="en-US" altLang="ja-JP" sz="2000" dirty="0"/>
                <a:t>illow seal</a:t>
              </a:r>
              <a:endParaRPr kumimoji="1" lang="ja-JP" altLang="en-US" sz="2000" dirty="0"/>
            </a:p>
          </p:txBody>
        </p: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92A11B1F-FD3B-3C2E-F9F9-6631CF012F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83773" y="24994878"/>
              <a:ext cx="87324" cy="699853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5D98CF68-C8A6-839F-76B6-3B9D0D37E7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80640" y="24755895"/>
              <a:ext cx="423414" cy="363339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780D8C60-0598-1288-DDBC-0CEB6612352F}"/>
                </a:ext>
              </a:extLst>
            </p:cNvPr>
            <p:cNvSpPr txBox="1"/>
            <p:nvPr/>
          </p:nvSpPr>
          <p:spPr>
            <a:xfrm>
              <a:off x="18444780" y="24948372"/>
              <a:ext cx="2165977" cy="559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ja-JP" sz="2000" dirty="0"/>
                <a:t>0.5-mm thick Ti64 beam window</a:t>
              </a:r>
              <a:endParaRPr kumimoji="1" lang="ja-JP" altLang="en-US" sz="2000" dirty="0"/>
            </a:p>
          </p:txBody>
        </p: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3FBCC3A0-A790-4564-2079-F745C60BA4EA}"/>
                </a:ext>
              </a:extLst>
            </p:cNvPr>
            <p:cNvCxnSpPr>
              <a:cxnSpLocks/>
            </p:cNvCxnSpPr>
            <p:nvPr/>
          </p:nvCxnSpPr>
          <p:spPr>
            <a:xfrm>
              <a:off x="19998726" y="23381578"/>
              <a:ext cx="797501" cy="619028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1108C3C1-D009-D846-93BF-57A06DF17552}"/>
                </a:ext>
              </a:extLst>
            </p:cNvPr>
            <p:cNvSpPr txBox="1"/>
            <p:nvPr/>
          </p:nvSpPr>
          <p:spPr>
            <a:xfrm>
              <a:off x="18010917" y="22797149"/>
              <a:ext cx="2990363" cy="578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ja-JP" sz="2000" dirty="0"/>
                <a:t>Vacuum flange made of aluminum for low activation</a:t>
              </a:r>
              <a:endParaRPr kumimoji="1" lang="ja-JP" altLang="en-US" sz="20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128104E0-FD5B-F481-66CF-1DC191FF5C75}"/>
                </a:ext>
              </a:extLst>
            </p:cNvPr>
            <p:cNvSpPr txBox="1"/>
            <p:nvPr/>
          </p:nvSpPr>
          <p:spPr>
            <a:xfrm>
              <a:off x="19792433" y="25780865"/>
              <a:ext cx="1462767" cy="3161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2000" dirty="0"/>
                <a:t>Feed-throughs </a:t>
              </a:r>
              <a:endParaRPr kumimoji="1" lang="ja-JP" altLang="en-US" sz="2000" dirty="0"/>
            </a:p>
          </p:txBody>
        </p:sp>
        <p:cxnSp>
          <p:nvCxnSpPr>
            <p:cNvPr id="48" name="直線矢印コネクタ 47">
              <a:extLst>
                <a:ext uri="{FF2B5EF4-FFF2-40B4-BE49-F238E27FC236}">
                  <a16:creationId xmlns:a16="http://schemas.microsoft.com/office/drawing/2014/main" id="{3B5F97CB-6B23-9386-884A-B528CC7DBA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28613" y="25018691"/>
              <a:ext cx="537367" cy="776349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5D034A88-CD4E-7E88-462A-F0A9C6C7E7BC}"/>
                </a:ext>
              </a:extLst>
            </p:cNvPr>
            <p:cNvSpPr txBox="1"/>
            <p:nvPr/>
          </p:nvSpPr>
          <p:spPr>
            <a:xfrm>
              <a:off x="20987648" y="26363952"/>
              <a:ext cx="3306015" cy="5784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sz="2000" dirty="0"/>
                <a:t>Mechanical flange,</a:t>
              </a:r>
              <a:br>
                <a:rPr kumimoji="1" lang="en-US" altLang="ja-JP" sz="2000" dirty="0"/>
              </a:br>
              <a:r>
                <a:rPr kumimoji="1" lang="en-US" altLang="ja-JP" sz="2000" dirty="0"/>
                <a:t>positioning with 0.5</a:t>
              </a:r>
              <a:r>
                <a:rPr kumimoji="1" lang="en-US" altLang="ja-JP" sz="2000" spc="-200" dirty="0"/>
                <a:t> </a:t>
              </a:r>
              <a:r>
                <a:rPr kumimoji="1" lang="en-US" altLang="ja-JP" sz="2000" dirty="0"/>
                <a:t>mm precision</a:t>
              </a:r>
              <a:endParaRPr kumimoji="1" lang="ja-JP" altLang="en-US" sz="2000" dirty="0"/>
            </a:p>
          </p:txBody>
        </p: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5DEEE675-7B65-8357-DECE-51A52D075D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66732" y="25538391"/>
              <a:ext cx="423257" cy="696845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F04460BD-5234-4367-C16D-A099FA01C2D2}"/>
              </a:ext>
            </a:extLst>
          </p:cNvPr>
          <p:cNvSpPr txBox="1"/>
          <p:nvPr/>
        </p:nvSpPr>
        <p:spPr>
          <a:xfrm>
            <a:off x="548210" y="510864"/>
            <a:ext cx="3066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ja-JP" sz="2000" dirty="0"/>
              <a:t>T</a:t>
            </a:r>
            <a:r>
              <a:rPr kumimoji="1" lang="en-US" altLang="ja-JP" sz="2000" dirty="0"/>
              <a:t>arget insertion &amp; support </a:t>
            </a:r>
            <a:br>
              <a:rPr kumimoji="1" lang="en-US" altLang="ja-JP" sz="2000" dirty="0"/>
            </a:br>
            <a:r>
              <a:rPr kumimoji="1" lang="en-US" altLang="ja-JP" sz="2000" dirty="0"/>
              <a:t>system</a:t>
            </a:r>
            <a:endParaRPr kumimoji="1" lang="ja-JP" altLang="en-US" sz="2000" dirty="0"/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D54FC64B-9379-6705-A521-41047F696A46}"/>
              </a:ext>
            </a:extLst>
          </p:cNvPr>
          <p:cNvCxnSpPr>
            <a:cxnSpLocks/>
          </p:cNvCxnSpPr>
          <p:nvPr/>
        </p:nvCxnSpPr>
        <p:spPr>
          <a:xfrm flipH="1">
            <a:off x="666821" y="1272749"/>
            <a:ext cx="191214" cy="510811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4597718D-87B8-8D11-FD84-5E9652FBE749}"/>
              </a:ext>
            </a:extLst>
          </p:cNvPr>
          <p:cNvCxnSpPr>
            <a:cxnSpLocks/>
          </p:cNvCxnSpPr>
          <p:nvPr/>
        </p:nvCxnSpPr>
        <p:spPr>
          <a:xfrm>
            <a:off x="12008638" y="1929899"/>
            <a:ext cx="300292" cy="878847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0B87739-26D3-B29A-8E7D-EA03BA44402F}"/>
              </a:ext>
            </a:extLst>
          </p:cNvPr>
          <p:cNvSpPr txBox="1"/>
          <p:nvPr/>
        </p:nvSpPr>
        <p:spPr>
          <a:xfrm>
            <a:off x="10013648" y="1570154"/>
            <a:ext cx="30224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2000"/>
              <a:t>Receiver for </a:t>
            </a:r>
            <a:r>
              <a:rPr kumimoji="1" lang="en-US" altLang="ja-JP" sz="2000" dirty="0"/>
              <a:t>the </a:t>
            </a:r>
            <a:r>
              <a:rPr kumimoji="1" lang="en-US" altLang="ja-JP" sz="2000"/>
              <a:t>shield load</a:t>
            </a:r>
            <a:endParaRPr kumimoji="1" lang="ja-JP" altLang="en-US" sz="2000" dirty="0"/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13067185-5D27-E787-688B-1022DD821C5B}"/>
              </a:ext>
            </a:extLst>
          </p:cNvPr>
          <p:cNvCxnSpPr>
            <a:cxnSpLocks/>
          </p:cNvCxnSpPr>
          <p:nvPr/>
        </p:nvCxnSpPr>
        <p:spPr>
          <a:xfrm>
            <a:off x="12008643" y="1928989"/>
            <a:ext cx="740613" cy="1098418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D5170A6-0EC6-C0CD-883E-779F09EE6C97}"/>
              </a:ext>
            </a:extLst>
          </p:cNvPr>
          <p:cNvSpPr txBox="1"/>
          <p:nvPr/>
        </p:nvSpPr>
        <p:spPr>
          <a:xfrm>
            <a:off x="6660031" y="4664139"/>
            <a:ext cx="1851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2000" dirty="0"/>
              <a:t>Cooling pipes </a:t>
            </a:r>
            <a:endParaRPr kumimoji="1" lang="ja-JP" altLang="en-US" sz="2000" dirty="0"/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8F4F5F0-2A09-A7C3-CB58-B096AA6B5468}"/>
              </a:ext>
            </a:extLst>
          </p:cNvPr>
          <p:cNvCxnSpPr>
            <a:cxnSpLocks/>
          </p:cNvCxnSpPr>
          <p:nvPr/>
        </p:nvCxnSpPr>
        <p:spPr>
          <a:xfrm flipH="1" flipV="1">
            <a:off x="7085356" y="3689975"/>
            <a:ext cx="286363" cy="974164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19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58</Words>
  <Application>Microsoft Office PowerPoint</Application>
  <PresentationFormat>ユーザー設定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Spica Neue P Bold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Yusuke Uchiyama</dc:creator>
  <cp:lastModifiedBy>Uchiyama Yusuke</cp:lastModifiedBy>
  <cp:revision>2</cp:revision>
  <dcterms:created xsi:type="dcterms:W3CDTF">2024-12-24T07:01:47Z</dcterms:created>
  <dcterms:modified xsi:type="dcterms:W3CDTF">2024-12-28T04:22:44Z</dcterms:modified>
</cp:coreProperties>
</file>