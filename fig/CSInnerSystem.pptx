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</p:sldIdLst>
  <p:sldSz cx="13320713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CDFE2F-F025-43DC-930D-CF6B3F2AE6E3}" v="4" dt="2025-12-08T05:33:18.3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7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22" y="4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CHIYAMA Yuusuke" userId="758e3d5f-3bbb-4028-bd3a-66c5ef996226" providerId="ADAL" clId="{8DA8F7F8-1A63-4483-BCFA-22CC77006ABC}"/>
    <pc:docChg chg="modSld">
      <pc:chgData name="UCHIYAMA Yuusuke" userId="758e3d5f-3bbb-4028-bd3a-66c5ef996226" providerId="ADAL" clId="{8DA8F7F8-1A63-4483-BCFA-22CC77006ABC}" dt="2025-12-08T05:33:18.369" v="3" actId="20577"/>
      <pc:docMkLst>
        <pc:docMk/>
      </pc:docMkLst>
      <pc:sldChg chg="modSp">
        <pc:chgData name="UCHIYAMA Yuusuke" userId="758e3d5f-3bbb-4028-bd3a-66c5ef996226" providerId="ADAL" clId="{8DA8F7F8-1A63-4483-BCFA-22CC77006ABC}" dt="2025-12-08T05:33:18.369" v="3" actId="20577"/>
        <pc:sldMkLst>
          <pc:docMk/>
          <pc:sldMk cId="1699194054" sldId="256"/>
        </pc:sldMkLst>
        <pc:spChg chg="mod">
          <ac:chgData name="UCHIYAMA Yuusuke" userId="758e3d5f-3bbb-4028-bd3a-66c5ef996226" providerId="ADAL" clId="{8DA8F7F8-1A63-4483-BCFA-22CC77006ABC}" dt="2025-12-08T05:33:18.369" v="3" actId="20577"/>
          <ac:spMkLst>
            <pc:docMk/>
            <pc:sldMk cId="1699194054" sldId="256"/>
            <ac:spMk id="31" creationId="{D4E8B6A9-41A9-CD13-664C-ED6E1871897E}"/>
          </ac:spMkLst>
        </pc:spChg>
        <pc:spChg chg="mod">
          <ac:chgData name="UCHIYAMA Yuusuke" userId="758e3d5f-3bbb-4028-bd3a-66c5ef996226" providerId="ADAL" clId="{8DA8F7F8-1A63-4483-BCFA-22CC77006ABC}" dt="2025-12-08T05:33:18.369" v="3" actId="20577"/>
          <ac:spMkLst>
            <pc:docMk/>
            <pc:sldMk cId="1699194054" sldId="256"/>
            <ac:spMk id="32" creationId="{47C0D575-051C-28DA-AEAB-6F9A94ABD0D3}"/>
          </ac:spMkLst>
        </pc:spChg>
        <pc:spChg chg="mod">
          <ac:chgData name="UCHIYAMA Yuusuke" userId="758e3d5f-3bbb-4028-bd3a-66c5ef996226" providerId="ADAL" clId="{8DA8F7F8-1A63-4483-BCFA-22CC77006ABC}" dt="2025-12-08T05:33:18.369" v="3" actId="20577"/>
          <ac:spMkLst>
            <pc:docMk/>
            <pc:sldMk cId="1699194054" sldId="256"/>
            <ac:spMk id="34" creationId="{898873A2-8A44-4D95-264E-50ACE5601BB5}"/>
          </ac:spMkLst>
        </pc:spChg>
        <pc:spChg chg="mod">
          <ac:chgData name="UCHIYAMA Yuusuke" userId="758e3d5f-3bbb-4028-bd3a-66c5ef996226" providerId="ADAL" clId="{8DA8F7F8-1A63-4483-BCFA-22CC77006ABC}" dt="2025-12-08T05:33:18.369" v="3" actId="20577"/>
          <ac:spMkLst>
            <pc:docMk/>
            <pc:sldMk cId="1699194054" sldId="256"/>
            <ac:spMk id="35" creationId="{2D3AC4E3-2681-1137-92A8-1402B980DBA6}"/>
          </ac:spMkLst>
        </pc:spChg>
        <pc:spChg chg="mod">
          <ac:chgData name="UCHIYAMA Yuusuke" userId="758e3d5f-3bbb-4028-bd3a-66c5ef996226" providerId="ADAL" clId="{8DA8F7F8-1A63-4483-BCFA-22CC77006ABC}" dt="2025-12-08T05:33:18.369" v="3" actId="20577"/>
          <ac:spMkLst>
            <pc:docMk/>
            <pc:sldMk cId="1699194054" sldId="256"/>
            <ac:spMk id="36" creationId="{619713B9-0807-7B39-A566-68FFB0501EA0}"/>
          </ac:spMkLst>
        </pc:spChg>
        <pc:spChg chg="mod">
          <ac:chgData name="UCHIYAMA Yuusuke" userId="758e3d5f-3bbb-4028-bd3a-66c5ef996226" providerId="ADAL" clId="{8DA8F7F8-1A63-4483-BCFA-22CC77006ABC}" dt="2025-12-08T05:33:18.369" v="3" actId="20577"/>
          <ac:spMkLst>
            <pc:docMk/>
            <pc:sldMk cId="1699194054" sldId="256"/>
            <ac:spMk id="41" creationId="{FA715CAC-7579-3894-B7AA-5DA0BB52A6B6}"/>
          </ac:spMkLst>
        </pc:spChg>
        <pc:spChg chg="mod">
          <ac:chgData name="UCHIYAMA Yuusuke" userId="758e3d5f-3bbb-4028-bd3a-66c5ef996226" providerId="ADAL" clId="{8DA8F7F8-1A63-4483-BCFA-22CC77006ABC}" dt="2025-12-08T05:33:18.369" v="3" actId="20577"/>
          <ac:spMkLst>
            <pc:docMk/>
            <pc:sldMk cId="1699194054" sldId="256"/>
            <ac:spMk id="44" creationId="{780D8C60-0598-1288-DDBC-0CEB6612352F}"/>
          </ac:spMkLst>
        </pc:spChg>
        <pc:spChg chg="mod">
          <ac:chgData name="UCHIYAMA Yuusuke" userId="758e3d5f-3bbb-4028-bd3a-66c5ef996226" providerId="ADAL" clId="{8DA8F7F8-1A63-4483-BCFA-22CC77006ABC}" dt="2025-12-08T05:33:18.369" v="3" actId="20577"/>
          <ac:spMkLst>
            <pc:docMk/>
            <pc:sldMk cId="1699194054" sldId="256"/>
            <ac:spMk id="46" creationId="{1108C3C1-D009-D846-93BF-57A06DF17552}"/>
          </ac:spMkLst>
        </pc:spChg>
        <pc:spChg chg="mod">
          <ac:chgData name="UCHIYAMA Yuusuke" userId="758e3d5f-3bbb-4028-bd3a-66c5ef996226" providerId="ADAL" clId="{8DA8F7F8-1A63-4483-BCFA-22CC77006ABC}" dt="2025-12-08T05:33:18.369" v="3" actId="20577"/>
          <ac:spMkLst>
            <pc:docMk/>
            <pc:sldMk cId="1699194054" sldId="256"/>
            <ac:spMk id="47" creationId="{128104E0-FD5B-F481-66CF-1DC191FF5C75}"/>
          </ac:spMkLst>
        </pc:spChg>
        <pc:spChg chg="mod">
          <ac:chgData name="UCHIYAMA Yuusuke" userId="758e3d5f-3bbb-4028-bd3a-66c5ef996226" providerId="ADAL" clId="{8DA8F7F8-1A63-4483-BCFA-22CC77006ABC}" dt="2025-12-08T05:33:18.369" v="3" actId="20577"/>
          <ac:spMkLst>
            <pc:docMk/>
            <pc:sldMk cId="1699194054" sldId="256"/>
            <ac:spMk id="49" creationId="{5D034A88-CD4E-7E88-462A-F0A9C6C7E7B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65089" y="1060529"/>
            <a:ext cx="9990535" cy="2256061"/>
          </a:xfrm>
        </p:spPr>
        <p:txBody>
          <a:bodyPr anchor="b"/>
          <a:lstStyle>
            <a:lvl1pPr algn="ctr">
              <a:defRPr sz="566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65089" y="3403592"/>
            <a:ext cx="9990535" cy="1564542"/>
          </a:xfrm>
        </p:spPr>
        <p:txBody>
          <a:bodyPr/>
          <a:lstStyle>
            <a:lvl1pPr marL="0" indent="0" algn="ctr">
              <a:buNone/>
              <a:defRPr sz="2268"/>
            </a:lvl1pPr>
            <a:lvl2pPr marL="432008" indent="0" algn="ctr">
              <a:buNone/>
              <a:defRPr sz="1890"/>
            </a:lvl2pPr>
            <a:lvl3pPr marL="864017" indent="0" algn="ctr">
              <a:buNone/>
              <a:defRPr sz="1701"/>
            </a:lvl3pPr>
            <a:lvl4pPr marL="1296025" indent="0" algn="ctr">
              <a:buNone/>
              <a:defRPr sz="1512"/>
            </a:lvl4pPr>
            <a:lvl5pPr marL="1728033" indent="0" algn="ctr">
              <a:buNone/>
              <a:defRPr sz="1512"/>
            </a:lvl5pPr>
            <a:lvl6pPr marL="2160041" indent="0" algn="ctr">
              <a:buNone/>
              <a:defRPr sz="1512"/>
            </a:lvl6pPr>
            <a:lvl7pPr marL="2592050" indent="0" algn="ctr">
              <a:buNone/>
              <a:defRPr sz="1512"/>
            </a:lvl7pPr>
            <a:lvl8pPr marL="3024058" indent="0" algn="ctr">
              <a:buNone/>
              <a:defRPr sz="1512"/>
            </a:lvl8pPr>
            <a:lvl9pPr marL="3456066" indent="0" algn="ctr">
              <a:buNone/>
              <a:defRPr sz="1512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136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0939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8861" y="1615545"/>
            <a:ext cx="11489115" cy="2695572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8861" y="4336618"/>
            <a:ext cx="11489115" cy="1417538"/>
          </a:xfrm>
        </p:spPr>
        <p:txBody>
          <a:bodyPr/>
          <a:lstStyle>
            <a:lvl1pPr marL="0" indent="0">
              <a:buNone/>
              <a:defRPr sz="2268">
                <a:solidFill>
                  <a:schemeClr val="tx1">
                    <a:tint val="82000"/>
                  </a:schemeClr>
                </a:solidFill>
              </a:defRPr>
            </a:lvl1pPr>
            <a:lvl2pPr marL="432008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2pPr>
            <a:lvl3pPr marL="864017" indent="0">
              <a:buNone/>
              <a:defRPr sz="1701">
                <a:solidFill>
                  <a:schemeClr val="tx1">
                    <a:tint val="82000"/>
                  </a:schemeClr>
                </a:solidFill>
              </a:defRPr>
            </a:lvl3pPr>
            <a:lvl4pPr marL="1296025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4pPr>
            <a:lvl5pPr marL="1728033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5pPr>
            <a:lvl6pPr marL="2160041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6pPr>
            <a:lvl7pPr marL="2592050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7pPr>
            <a:lvl8pPr marL="3024058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8pPr>
            <a:lvl9pPr marL="3456066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5060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5799" y="1725046"/>
            <a:ext cx="5661303" cy="411161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43611" y="1725046"/>
            <a:ext cx="5661303" cy="411161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5548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534" y="345010"/>
            <a:ext cx="11489115" cy="1252534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7535" y="1588543"/>
            <a:ext cx="5635285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7535" y="2367064"/>
            <a:ext cx="5635285" cy="34815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743611" y="1588543"/>
            <a:ext cx="5663038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743611" y="2367064"/>
            <a:ext cx="5663038" cy="34815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3307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8222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1836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535" y="432012"/>
            <a:ext cx="4296276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63038" y="933026"/>
            <a:ext cx="6743611" cy="4605124"/>
          </a:xfrm>
        </p:spPr>
        <p:txBody>
          <a:bodyPr/>
          <a:lstStyle>
            <a:lvl1pPr>
              <a:defRPr sz="3024"/>
            </a:lvl1pPr>
            <a:lvl2pPr>
              <a:defRPr sz="2646"/>
            </a:lvl2pPr>
            <a:lvl3pPr>
              <a:defRPr sz="2268"/>
            </a:lvl3pPr>
            <a:lvl4pPr>
              <a:defRPr sz="1890"/>
            </a:lvl4pPr>
            <a:lvl5pPr>
              <a:defRPr sz="1890"/>
            </a:lvl5pPr>
            <a:lvl6pPr>
              <a:defRPr sz="1890"/>
            </a:lvl6pPr>
            <a:lvl7pPr>
              <a:defRPr sz="1890"/>
            </a:lvl7pPr>
            <a:lvl8pPr>
              <a:defRPr sz="1890"/>
            </a:lvl8pPr>
            <a:lvl9pPr>
              <a:defRPr sz="189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535" y="1944052"/>
            <a:ext cx="4296276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919213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7535" y="432012"/>
            <a:ext cx="4296276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63038" y="933026"/>
            <a:ext cx="6743611" cy="4605124"/>
          </a:xfrm>
        </p:spPr>
        <p:txBody>
          <a:bodyPr anchor="t"/>
          <a:lstStyle>
            <a:lvl1pPr marL="0" indent="0">
              <a:buNone/>
              <a:defRPr sz="3024"/>
            </a:lvl1pPr>
            <a:lvl2pPr marL="432008" indent="0">
              <a:buNone/>
              <a:defRPr sz="2646"/>
            </a:lvl2pPr>
            <a:lvl3pPr marL="864017" indent="0">
              <a:buNone/>
              <a:defRPr sz="2268"/>
            </a:lvl3pPr>
            <a:lvl4pPr marL="1296025" indent="0">
              <a:buNone/>
              <a:defRPr sz="1890"/>
            </a:lvl4pPr>
            <a:lvl5pPr marL="1728033" indent="0">
              <a:buNone/>
              <a:defRPr sz="1890"/>
            </a:lvl5pPr>
            <a:lvl6pPr marL="2160041" indent="0">
              <a:buNone/>
              <a:defRPr sz="1890"/>
            </a:lvl6pPr>
            <a:lvl7pPr marL="2592050" indent="0">
              <a:buNone/>
              <a:defRPr sz="1890"/>
            </a:lvl7pPr>
            <a:lvl8pPr marL="3024058" indent="0">
              <a:buNone/>
              <a:defRPr sz="1890"/>
            </a:lvl8pPr>
            <a:lvl9pPr marL="3456066" indent="0">
              <a:buNone/>
              <a:defRPr sz="189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7535" y="1944052"/>
            <a:ext cx="4296276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0658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88176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32635" y="345009"/>
            <a:ext cx="2872279" cy="5491649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5799" y="345009"/>
            <a:ext cx="8450327" cy="5491649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986EE-3F7C-4D3D-BBD8-750034447C60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54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5799" y="345010"/>
            <a:ext cx="11489115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5799" y="1725046"/>
            <a:ext cx="11489115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15799" y="6006163"/>
            <a:ext cx="299716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9986EE-3F7C-4D3D-BBD8-750034447C60}" type="datetimeFigureOut">
              <a:rPr kumimoji="1" lang="ja-JP" altLang="en-US" smtClean="0"/>
              <a:t>2025/12/8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412486" y="6006163"/>
            <a:ext cx="4495741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07754" y="6006163"/>
            <a:ext cx="299716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9E9540-4DFA-4EB9-B08E-E7AC79C405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39881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l" defTabSz="864017" rtl="0" eaLnBrk="1" latinLnBrk="0" hangingPunct="1">
        <a:lnSpc>
          <a:spcPct val="90000"/>
        </a:lnSpc>
        <a:spcBef>
          <a:spcPct val="0"/>
        </a:spcBef>
        <a:buNone/>
        <a:defRPr kumimoji="1" sz="41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04" indent="-216004" algn="l" defTabSz="864017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kumimoji="1" sz="2646" kern="1200">
          <a:solidFill>
            <a:schemeClr val="tx1"/>
          </a:solidFill>
          <a:latin typeface="+mn-lt"/>
          <a:ea typeface="+mn-ea"/>
          <a:cs typeface="+mn-cs"/>
        </a:defRPr>
      </a:lvl1pPr>
      <a:lvl2pPr marL="64801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kumimoji="1"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080021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kumimoji="1"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512029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944037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376046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054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06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070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4017" rtl="0" eaLnBrk="1" latinLnBrk="0" hangingPunct="1"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08" algn="l" defTabSz="864017" rtl="0" eaLnBrk="1" latinLnBrk="0" hangingPunct="1"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017" algn="l" defTabSz="864017" rtl="0" eaLnBrk="1" latinLnBrk="0" hangingPunct="1"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025" algn="l" defTabSz="864017" rtl="0" eaLnBrk="1" latinLnBrk="0" hangingPunct="1"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033" algn="l" defTabSz="864017" rtl="0" eaLnBrk="1" latinLnBrk="0" hangingPunct="1"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041" algn="l" defTabSz="864017" rtl="0" eaLnBrk="1" latinLnBrk="0" hangingPunct="1"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050" algn="l" defTabSz="864017" rtl="0" eaLnBrk="1" latinLnBrk="0" hangingPunct="1"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058" algn="l" defTabSz="864017" rtl="0" eaLnBrk="1" latinLnBrk="0" hangingPunct="1"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066" algn="l" defTabSz="864017" rtl="0" eaLnBrk="1" latinLnBrk="0" hangingPunct="1">
        <a:defRPr kumimoji="1"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55A18239-71CC-29A6-E1DD-EE839C2CC46B}"/>
              </a:ext>
            </a:extLst>
          </p:cNvPr>
          <p:cNvGrpSpPr/>
          <p:nvPr/>
        </p:nvGrpSpPr>
        <p:grpSpPr>
          <a:xfrm>
            <a:off x="-268924" y="13960"/>
            <a:ext cx="13336120" cy="6437188"/>
            <a:chOff x="16641135" y="21890396"/>
            <a:chExt cx="10536672" cy="5085928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7DAC6989-86CA-2B1D-2929-3A29B0FBB0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9651" r="16600" b="9594"/>
            <a:stretch/>
          </p:blipFill>
          <p:spPr>
            <a:xfrm>
              <a:off x="16641135" y="21890396"/>
              <a:ext cx="10536672" cy="5085928"/>
            </a:xfrm>
            <a:prstGeom prst="rect">
              <a:avLst/>
            </a:prstGeom>
          </p:spPr>
        </p:pic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D4E8B6A9-41A9-CD13-664C-ED6E1871897E}"/>
                </a:ext>
              </a:extLst>
            </p:cNvPr>
            <p:cNvSpPr txBox="1"/>
            <p:nvPr/>
          </p:nvSpPr>
          <p:spPr>
            <a:xfrm>
              <a:off x="24546505" y="22178658"/>
              <a:ext cx="1341487" cy="3161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ja-JP" sz="2000" dirty="0"/>
                <a:t>CS</a:t>
              </a:r>
              <a:r>
                <a:rPr lang="ja-JP" altLang="en-US" sz="2000" dirty="0"/>
                <a:t> </a:t>
              </a:r>
              <a:r>
                <a:rPr lang="en-US" altLang="ja-JP" sz="2000" dirty="0"/>
                <a:t>return</a:t>
              </a:r>
              <a:r>
                <a:rPr kumimoji="1" lang="en-US" altLang="ja-JP" sz="2000" dirty="0"/>
                <a:t> </a:t>
              </a:r>
              <a:r>
                <a:rPr lang="en-US" altLang="ja-JP" sz="2000" dirty="0"/>
                <a:t>y</a:t>
              </a:r>
              <a:r>
                <a:rPr kumimoji="1" lang="en-US" altLang="ja-JP" sz="2000" dirty="0"/>
                <a:t>oke</a:t>
              </a:r>
              <a:endParaRPr kumimoji="1" lang="ja-JP" altLang="en-US" sz="2000" dirty="0"/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47C0D575-051C-28DA-AEAB-6F9A94ABD0D3}"/>
                </a:ext>
              </a:extLst>
            </p:cNvPr>
            <p:cNvSpPr txBox="1"/>
            <p:nvPr/>
          </p:nvSpPr>
          <p:spPr>
            <a:xfrm>
              <a:off x="18024375" y="23767161"/>
              <a:ext cx="2085180" cy="3161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ja-JP" sz="2000" dirty="0"/>
                <a:t>Pion</a:t>
              </a:r>
              <a:r>
                <a:rPr kumimoji="1" lang="en-US" altLang="ja-JP" sz="2000" dirty="0"/>
                <a:t> production target</a:t>
              </a:r>
              <a:endParaRPr kumimoji="1" lang="ja-JP" altLang="en-US" sz="2000" dirty="0"/>
            </a:p>
          </p:txBody>
        </p:sp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898873A2-8A44-4D95-264E-50ACE5601BB5}"/>
                </a:ext>
              </a:extLst>
            </p:cNvPr>
            <p:cNvSpPr txBox="1"/>
            <p:nvPr/>
          </p:nvSpPr>
          <p:spPr>
            <a:xfrm>
              <a:off x="25096967" y="25611242"/>
              <a:ext cx="1639724" cy="3161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ja-JP" sz="2000" dirty="0">
                  <a:latin typeface="Spica Neue P Bold" panose="02000803000000000000" pitchFamily="2" charset="-128"/>
                  <a:ea typeface="Spica Neue P Bold" panose="02000803000000000000" pitchFamily="2" charset="-128"/>
                  <a:cs typeface="Spica Neue P Bold" panose="02000803000000000000" pitchFamily="2" charset="-128"/>
                </a:rPr>
                <a:t>CS I</a:t>
              </a:r>
              <a:r>
                <a:rPr kumimoji="1" lang="en-US" altLang="ja-JP" sz="2000" dirty="0">
                  <a:latin typeface="Spica Neue P Bold" panose="02000803000000000000" pitchFamily="2" charset="-128"/>
                  <a:ea typeface="Spica Neue P Bold" panose="02000803000000000000" pitchFamily="2" charset="-128"/>
                  <a:cs typeface="Spica Neue P Bold" panose="02000803000000000000" pitchFamily="2" charset="-128"/>
                </a:rPr>
                <a:t>nner shield</a:t>
              </a:r>
              <a:endParaRPr kumimoji="1" lang="ja-JP" altLang="en-US" sz="2000" dirty="0">
                <a:latin typeface="Spica Neue P Bold" panose="02000803000000000000" pitchFamily="2" charset="-128"/>
                <a:ea typeface="Spica Neue P Bold" panose="02000803000000000000" pitchFamily="2" charset="-128"/>
                <a:cs typeface="Spica Neue P Bold" panose="02000803000000000000" pitchFamily="2" charset="-128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2D3AC4E3-2681-1137-92A8-1402B980DBA6}"/>
                    </a:ext>
                  </a:extLst>
                </p:cNvPr>
                <p:cNvSpPr txBox="1"/>
                <p:nvPr/>
              </p:nvSpPr>
              <p:spPr>
                <a:xfrm>
                  <a:off x="25974515" y="24994878"/>
                  <a:ext cx="997857" cy="55929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kumimoji="1" lang="en-US" altLang="ja-JP" sz="2000" dirty="0"/>
                    <a:t>CS bore</a:t>
                  </a:r>
                </a:p>
                <a:p>
                  <a:pPr algn="l"/>
                  <a14:m>
                    <m:oMath xmlns:m="http://schemas.openxmlformats.org/officeDocument/2006/math">
                      <m:r>
                        <a:rPr kumimoji="1" lang="en-US" altLang="ja-JP" sz="2000" i="1" dirty="0">
                          <a:latin typeface="Cambria Math" panose="02040503050406030204" pitchFamily="18" charset="0"/>
                        </a:rPr>
                        <m:t>𝒪</m:t>
                      </m:r>
                    </m:oMath>
                  </a14:m>
                  <a:r>
                    <a:rPr kumimoji="1" lang="en-US" altLang="ja-JP" sz="2000"/>
                    <a:t>(10</a:t>
                  </a:r>
                  <a:r>
                    <a:rPr kumimoji="1" lang="en-US" altLang="ja-JP" sz="2000" baseline="30000"/>
                    <a:t>-4</a:t>
                  </a:r>
                  <a:r>
                    <a:rPr kumimoji="1" lang="en-US" altLang="ja-JP" sz="2000"/>
                    <a:t>) </a:t>
                  </a:r>
                  <a:r>
                    <a:rPr kumimoji="1" lang="en-US" altLang="ja-JP" sz="2000" dirty="0"/>
                    <a:t>Pa</a:t>
                  </a:r>
                  <a:endParaRPr kumimoji="1" lang="ja-JP" altLang="en-US" sz="2000" dirty="0"/>
                </a:p>
              </p:txBody>
            </p:sp>
          </mc:Choice>
          <mc:Fallback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2D3AC4E3-2681-1137-92A8-1402B980DB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974515" y="24994878"/>
                  <a:ext cx="997857" cy="559290"/>
                </a:xfrm>
                <a:prstGeom prst="rect">
                  <a:avLst/>
                </a:prstGeom>
                <a:blipFill>
                  <a:blip r:embed="rId3"/>
                  <a:stretch>
                    <a:fillRect l="-5314" t="-5172" r="-4348" b="-1551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619713B9-0807-7B39-A566-68FFB0501EA0}"/>
                </a:ext>
              </a:extLst>
            </p:cNvPr>
            <p:cNvSpPr txBox="1"/>
            <p:nvPr/>
          </p:nvSpPr>
          <p:spPr>
            <a:xfrm>
              <a:off x="20618309" y="22287601"/>
              <a:ext cx="2496846" cy="3161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kumimoji="1" lang="en-US" altLang="ja-JP" sz="2000" dirty="0"/>
                <a:t>1200-mm bore pillow seal</a:t>
              </a:r>
              <a:endParaRPr kumimoji="1" lang="ja-JP" altLang="en-US" sz="2000" dirty="0"/>
            </a:p>
          </p:txBody>
        </p: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7EA691E0-6533-1F29-365A-BA17717B22D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4913086" y="24862021"/>
              <a:ext cx="663932" cy="620052"/>
            </a:xfrm>
            <a:prstGeom prst="straightConnector1">
              <a:avLst/>
            </a:prstGeom>
            <a:ln>
              <a:tailEnd type="oval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線矢印コネクタ 37">
              <a:extLst>
                <a:ext uri="{FF2B5EF4-FFF2-40B4-BE49-F238E27FC236}">
                  <a16:creationId xmlns:a16="http://schemas.microsoft.com/office/drawing/2014/main" id="{007E7A0B-B60F-073E-D25B-61C0ACDF6F7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5916829" y="24493090"/>
              <a:ext cx="507288" cy="529088"/>
            </a:xfrm>
            <a:prstGeom prst="straightConnector1">
              <a:avLst/>
            </a:prstGeom>
            <a:ln>
              <a:tailEnd type="oval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直線矢印コネクタ 38">
              <a:extLst>
                <a:ext uri="{FF2B5EF4-FFF2-40B4-BE49-F238E27FC236}">
                  <a16:creationId xmlns:a16="http://schemas.microsoft.com/office/drawing/2014/main" id="{09EA21AB-D490-0AC2-A8ED-3922B94A07CA}"/>
                </a:ext>
              </a:extLst>
            </p:cNvPr>
            <p:cNvCxnSpPr>
              <a:cxnSpLocks/>
            </p:cNvCxnSpPr>
            <p:nvPr/>
          </p:nvCxnSpPr>
          <p:spPr>
            <a:xfrm>
              <a:off x="19363533" y="24115767"/>
              <a:ext cx="635193" cy="434184"/>
            </a:xfrm>
            <a:prstGeom prst="straightConnector1">
              <a:avLst/>
            </a:prstGeom>
            <a:ln>
              <a:tailEnd type="oval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直線矢印コネクタ 39">
              <a:extLst>
                <a:ext uri="{FF2B5EF4-FFF2-40B4-BE49-F238E27FC236}">
                  <a16:creationId xmlns:a16="http://schemas.microsoft.com/office/drawing/2014/main" id="{DCB63E80-290B-22A2-6B8B-735D82819E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100944" y="22625654"/>
              <a:ext cx="246337" cy="1396067"/>
            </a:xfrm>
            <a:prstGeom prst="straightConnector1">
              <a:avLst/>
            </a:prstGeom>
            <a:ln>
              <a:tailEnd type="oval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FA715CAC-7579-3894-B7AA-5DA0BB52A6B6}"/>
                </a:ext>
              </a:extLst>
            </p:cNvPr>
            <p:cNvSpPr txBox="1"/>
            <p:nvPr/>
          </p:nvSpPr>
          <p:spPr>
            <a:xfrm>
              <a:off x="17171221" y="25731302"/>
              <a:ext cx="1073544" cy="3161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ja-JP" sz="2000" dirty="0"/>
                <a:t>P</a:t>
              </a:r>
              <a:r>
                <a:rPr kumimoji="1" lang="en-US" altLang="ja-JP" sz="2000" dirty="0"/>
                <a:t>illow seal</a:t>
              </a:r>
              <a:endParaRPr kumimoji="1" lang="ja-JP" altLang="en-US" sz="2000" dirty="0"/>
            </a:p>
          </p:txBody>
        </p: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92A11B1F-FD3B-3C2E-F9F9-6631CF012F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83773" y="24994878"/>
              <a:ext cx="87324" cy="699853"/>
            </a:xfrm>
            <a:prstGeom prst="straightConnector1">
              <a:avLst/>
            </a:prstGeom>
            <a:ln>
              <a:tailEnd type="oval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5D98CF68-C8A6-839F-76B6-3B9D0D37E71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280640" y="24755895"/>
              <a:ext cx="423414" cy="363339"/>
            </a:xfrm>
            <a:prstGeom prst="straightConnector1">
              <a:avLst/>
            </a:prstGeom>
            <a:ln>
              <a:tailEnd type="oval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780D8C60-0598-1288-DDBC-0CEB6612352F}"/>
                </a:ext>
              </a:extLst>
            </p:cNvPr>
            <p:cNvSpPr txBox="1"/>
            <p:nvPr/>
          </p:nvSpPr>
          <p:spPr>
            <a:xfrm>
              <a:off x="18444780" y="24948372"/>
              <a:ext cx="2165977" cy="5592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ja-JP" sz="2000" dirty="0"/>
                <a:t>0.5-mm thick Ti64 beam window</a:t>
              </a:r>
              <a:endParaRPr kumimoji="1" lang="ja-JP" altLang="en-US" sz="2000" dirty="0"/>
            </a:p>
          </p:txBody>
        </p: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3FBCC3A0-A790-4564-2079-F745C60BA4EA}"/>
                </a:ext>
              </a:extLst>
            </p:cNvPr>
            <p:cNvCxnSpPr>
              <a:cxnSpLocks/>
            </p:cNvCxnSpPr>
            <p:nvPr/>
          </p:nvCxnSpPr>
          <p:spPr>
            <a:xfrm>
              <a:off x="19998726" y="23381578"/>
              <a:ext cx="797501" cy="619028"/>
            </a:xfrm>
            <a:prstGeom prst="straightConnector1">
              <a:avLst/>
            </a:prstGeom>
            <a:ln>
              <a:tailEnd type="oval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6" name="テキスト ボックス 45">
              <a:extLst>
                <a:ext uri="{FF2B5EF4-FFF2-40B4-BE49-F238E27FC236}">
                  <a16:creationId xmlns:a16="http://schemas.microsoft.com/office/drawing/2014/main" id="{1108C3C1-D009-D846-93BF-57A06DF17552}"/>
                </a:ext>
              </a:extLst>
            </p:cNvPr>
            <p:cNvSpPr txBox="1"/>
            <p:nvPr/>
          </p:nvSpPr>
          <p:spPr>
            <a:xfrm>
              <a:off x="18010917" y="22797149"/>
              <a:ext cx="2990363" cy="578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altLang="ja-JP" sz="2000" dirty="0"/>
                <a:t>Vacuum flange made of aluminum for low activation</a:t>
              </a:r>
              <a:endParaRPr kumimoji="1" lang="ja-JP" altLang="en-US" sz="2000" dirty="0"/>
            </a:p>
          </p:txBody>
        </p:sp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128104E0-FD5B-F481-66CF-1DC191FF5C75}"/>
                </a:ext>
              </a:extLst>
            </p:cNvPr>
            <p:cNvSpPr txBox="1"/>
            <p:nvPr/>
          </p:nvSpPr>
          <p:spPr>
            <a:xfrm>
              <a:off x="19792433" y="25780865"/>
              <a:ext cx="1462767" cy="3161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altLang="ja-JP" sz="2000" dirty="0"/>
                <a:t>Feed-throughs </a:t>
              </a:r>
              <a:endParaRPr kumimoji="1" lang="ja-JP" altLang="en-US" sz="2000" dirty="0"/>
            </a:p>
          </p:txBody>
        </p:sp>
        <p:cxnSp>
          <p:nvCxnSpPr>
            <p:cNvPr id="48" name="直線矢印コネクタ 47">
              <a:extLst>
                <a:ext uri="{FF2B5EF4-FFF2-40B4-BE49-F238E27FC236}">
                  <a16:creationId xmlns:a16="http://schemas.microsoft.com/office/drawing/2014/main" id="{3B5F97CB-6B23-9386-884A-B528CC7DBA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728613" y="25018691"/>
              <a:ext cx="537367" cy="776349"/>
            </a:xfrm>
            <a:prstGeom prst="straightConnector1">
              <a:avLst/>
            </a:prstGeom>
            <a:ln>
              <a:tailEnd type="oval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5D034A88-CD4E-7E88-462A-F0A9C6C7E7BC}"/>
                </a:ext>
              </a:extLst>
            </p:cNvPr>
            <p:cNvSpPr txBox="1"/>
            <p:nvPr/>
          </p:nvSpPr>
          <p:spPr>
            <a:xfrm>
              <a:off x="20987648" y="26363952"/>
              <a:ext cx="3306015" cy="5784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en-US" altLang="ja-JP" sz="2000" dirty="0"/>
                <a:t>Mechanical flange,</a:t>
              </a:r>
              <a:br>
                <a:rPr kumimoji="1" lang="en-US" altLang="ja-JP" sz="2000" dirty="0"/>
              </a:br>
              <a:r>
                <a:rPr kumimoji="1" lang="en-US" altLang="ja-JP" sz="2000" dirty="0"/>
                <a:t>positioning with 0.5</a:t>
              </a:r>
              <a:r>
                <a:rPr kumimoji="1" lang="en-US" altLang="ja-JP" sz="2000" spc="-200" dirty="0"/>
                <a:t> </a:t>
              </a:r>
              <a:r>
                <a:rPr kumimoji="1" lang="en-US" altLang="ja-JP" sz="2000" dirty="0"/>
                <a:t>mm precision</a:t>
              </a:r>
              <a:endParaRPr kumimoji="1" lang="ja-JP" altLang="en-US" sz="2000" dirty="0"/>
            </a:p>
          </p:txBody>
        </p: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5DEEE675-7B65-8357-DECE-51A52D075D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1866732" y="25538391"/>
              <a:ext cx="423257" cy="696845"/>
            </a:xfrm>
            <a:prstGeom prst="straightConnector1">
              <a:avLst/>
            </a:prstGeom>
            <a:ln>
              <a:tailEnd type="oval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F04460BD-5234-4367-C16D-A099FA01C2D2}"/>
              </a:ext>
            </a:extLst>
          </p:cNvPr>
          <p:cNvSpPr txBox="1"/>
          <p:nvPr/>
        </p:nvSpPr>
        <p:spPr>
          <a:xfrm>
            <a:off x="548210" y="510864"/>
            <a:ext cx="30668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ja-JP" sz="2000" dirty="0"/>
              <a:t>T</a:t>
            </a:r>
            <a:r>
              <a:rPr kumimoji="1" lang="en-US" altLang="ja-JP" sz="2000" dirty="0"/>
              <a:t>arget insertion &amp; support </a:t>
            </a:r>
            <a:br>
              <a:rPr kumimoji="1" lang="en-US" altLang="ja-JP" sz="2000" dirty="0"/>
            </a:br>
            <a:r>
              <a:rPr kumimoji="1" lang="en-US" altLang="ja-JP" sz="2000" dirty="0"/>
              <a:t>system</a:t>
            </a:r>
            <a:endParaRPr kumimoji="1" lang="ja-JP" altLang="en-US" sz="2000" dirty="0"/>
          </a:p>
        </p:txBody>
      </p: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D54FC64B-9379-6705-A521-41047F696A46}"/>
              </a:ext>
            </a:extLst>
          </p:cNvPr>
          <p:cNvCxnSpPr>
            <a:cxnSpLocks/>
          </p:cNvCxnSpPr>
          <p:nvPr/>
        </p:nvCxnSpPr>
        <p:spPr>
          <a:xfrm flipH="1">
            <a:off x="666821" y="1272749"/>
            <a:ext cx="191214" cy="510811"/>
          </a:xfrm>
          <a:prstGeom prst="straightConnector1">
            <a:avLst/>
          </a:prstGeom>
          <a:ln>
            <a:tailEnd type="oval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4597718D-87B8-8D11-FD84-5E9652FBE749}"/>
              </a:ext>
            </a:extLst>
          </p:cNvPr>
          <p:cNvCxnSpPr>
            <a:cxnSpLocks/>
          </p:cNvCxnSpPr>
          <p:nvPr/>
        </p:nvCxnSpPr>
        <p:spPr>
          <a:xfrm>
            <a:off x="12008638" y="1929899"/>
            <a:ext cx="300292" cy="878847"/>
          </a:xfrm>
          <a:prstGeom prst="straightConnector1">
            <a:avLst/>
          </a:prstGeom>
          <a:ln>
            <a:tailEnd type="oval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60B87739-26D3-B29A-8E7D-EA03BA44402F}"/>
              </a:ext>
            </a:extLst>
          </p:cNvPr>
          <p:cNvSpPr txBox="1"/>
          <p:nvPr/>
        </p:nvSpPr>
        <p:spPr>
          <a:xfrm>
            <a:off x="10013648" y="1570154"/>
            <a:ext cx="30224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ja-JP" sz="2000"/>
              <a:t>Receiver for </a:t>
            </a:r>
            <a:r>
              <a:rPr kumimoji="1" lang="en-US" altLang="ja-JP" sz="2000" dirty="0"/>
              <a:t>the </a:t>
            </a:r>
            <a:r>
              <a:rPr kumimoji="1" lang="en-US" altLang="ja-JP" sz="2000"/>
              <a:t>shield load</a:t>
            </a:r>
            <a:endParaRPr kumimoji="1" lang="ja-JP" altLang="en-US" sz="2000" dirty="0"/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13067185-5D27-E787-688B-1022DD821C5B}"/>
              </a:ext>
            </a:extLst>
          </p:cNvPr>
          <p:cNvCxnSpPr>
            <a:cxnSpLocks/>
          </p:cNvCxnSpPr>
          <p:nvPr/>
        </p:nvCxnSpPr>
        <p:spPr>
          <a:xfrm>
            <a:off x="12008643" y="1928989"/>
            <a:ext cx="740613" cy="1098418"/>
          </a:xfrm>
          <a:prstGeom prst="straightConnector1">
            <a:avLst/>
          </a:prstGeom>
          <a:ln>
            <a:tailEnd type="oval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4D5170A6-0EC6-C0CD-883E-779F09EE6C97}"/>
              </a:ext>
            </a:extLst>
          </p:cNvPr>
          <p:cNvSpPr txBox="1"/>
          <p:nvPr/>
        </p:nvSpPr>
        <p:spPr>
          <a:xfrm>
            <a:off x="6660031" y="4664139"/>
            <a:ext cx="18514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ja-JP" sz="2000" dirty="0"/>
              <a:t>Cooling pipes </a:t>
            </a:r>
            <a:endParaRPr kumimoji="1" lang="ja-JP" altLang="en-US" sz="2000" dirty="0"/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88F4F5F0-2A09-A7C3-CB58-B096AA6B5468}"/>
              </a:ext>
            </a:extLst>
          </p:cNvPr>
          <p:cNvCxnSpPr>
            <a:cxnSpLocks/>
          </p:cNvCxnSpPr>
          <p:nvPr/>
        </p:nvCxnSpPr>
        <p:spPr>
          <a:xfrm flipH="1" flipV="1">
            <a:off x="7085356" y="3689975"/>
            <a:ext cx="286363" cy="974164"/>
          </a:xfrm>
          <a:prstGeom prst="straightConnector1">
            <a:avLst/>
          </a:prstGeom>
          <a:ln>
            <a:tailEnd type="oval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91940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</TotalTime>
  <Words>58</Words>
  <Application>Microsoft Office PowerPoint</Application>
  <PresentationFormat>ユーザー設定</PresentationFormat>
  <Paragraphs>14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Spica Neue P Bold</vt:lpstr>
      <vt:lpstr>Aptos</vt:lpstr>
      <vt:lpstr>Aptos Display</vt:lpstr>
      <vt:lpstr>Arial</vt:lpstr>
      <vt:lpstr>Cambria Math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Yusuke Uchiyama</dc:creator>
  <cp:lastModifiedBy>Yusuke Uchiyama</cp:lastModifiedBy>
  <cp:revision>2</cp:revision>
  <dcterms:created xsi:type="dcterms:W3CDTF">2024-12-24T07:01:47Z</dcterms:created>
  <dcterms:modified xsi:type="dcterms:W3CDTF">2025-12-08T05:33:21Z</dcterms:modified>
</cp:coreProperties>
</file>