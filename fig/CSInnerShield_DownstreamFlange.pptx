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3"/>
  </p:notesMasterIdLst>
  <p:sldIdLst>
    <p:sldId id="1537" r:id="rId2"/>
  </p:sldIdLst>
  <p:sldSz cx="936148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16D54-020D-4FD7-A998-506E043C2B85}" v="8" dt="2025-06-10T02:54:57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6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D6E16D54-020D-4FD7-A998-506E043C2B85}"/>
    <pc:docChg chg="custSel addSld modSld modMainMaster">
      <pc:chgData name="UCHIYAMA Yuusuke" userId="758e3d5f-3bbb-4028-bd3a-66c5ef996226" providerId="ADAL" clId="{D6E16D54-020D-4FD7-A998-506E043C2B85}" dt="2025-06-10T02:55:05.444" v="27" actId="1036"/>
      <pc:docMkLst>
        <pc:docMk/>
      </pc:docMkLst>
      <pc:sldChg chg="addSp delSp modSp add mod chgLayout">
        <pc:chgData name="UCHIYAMA Yuusuke" userId="758e3d5f-3bbb-4028-bd3a-66c5ef996226" providerId="ADAL" clId="{D6E16D54-020D-4FD7-A998-506E043C2B85}" dt="2025-06-10T02:55:05.444" v="27" actId="1036"/>
        <pc:sldMkLst>
          <pc:docMk/>
          <pc:sldMk cId="3928645458" sldId="1537"/>
        </pc:sldMkLst>
        <pc:spChg chg="add del mod">
          <ac:chgData name="UCHIYAMA Yuusuke" userId="758e3d5f-3bbb-4028-bd3a-66c5ef996226" providerId="ADAL" clId="{D6E16D54-020D-4FD7-A998-506E043C2B85}" dt="2025-06-10T02:51:43.854" v="2" actId="700"/>
          <ac:spMkLst>
            <pc:docMk/>
            <pc:sldMk cId="3928645458" sldId="1537"/>
            <ac:spMk id="3" creationId="{8ED1FE85-1C06-25BA-8244-D775200B522D}"/>
          </ac:spMkLst>
        </pc:spChg>
        <pc:spChg chg="del">
          <ac:chgData name="UCHIYAMA Yuusuke" userId="758e3d5f-3bbb-4028-bd3a-66c5ef996226" providerId="ADAL" clId="{D6E16D54-020D-4FD7-A998-506E043C2B85}" dt="2025-06-10T02:51:40.549" v="1" actId="21"/>
          <ac:spMkLst>
            <pc:docMk/>
            <pc:sldMk cId="3928645458" sldId="1537"/>
            <ac:spMk id="4" creationId="{9F6E6CF4-F621-CD2B-1482-EC6CF8A611E2}"/>
          </ac:spMkLst>
        </pc:spChg>
        <pc:spChg chg="del">
          <ac:chgData name="UCHIYAMA Yuusuke" userId="758e3d5f-3bbb-4028-bd3a-66c5ef996226" providerId="ADAL" clId="{D6E16D54-020D-4FD7-A998-506E043C2B85}" dt="2025-06-10T02:51:40.549" v="1" actId="21"/>
          <ac:spMkLst>
            <pc:docMk/>
            <pc:sldMk cId="3928645458" sldId="1537"/>
            <ac:spMk id="5" creationId="{3D4E3363-B7B9-717E-B4F1-360202DD977B}"/>
          </ac:spMkLst>
        </pc:spChg>
        <pc:spChg chg="mod ord">
          <ac:chgData name="UCHIYAMA Yuusuke" userId="758e3d5f-3bbb-4028-bd3a-66c5ef996226" providerId="ADAL" clId="{D6E16D54-020D-4FD7-A998-506E043C2B85}" dt="2025-06-10T02:51:43.854" v="2" actId="700"/>
          <ac:spMkLst>
            <pc:docMk/>
            <pc:sldMk cId="3928645458" sldId="1537"/>
            <ac:spMk id="6" creationId="{B6D51D3E-D6D8-39D1-8511-E0F5E32ABCD6}"/>
          </ac:spMkLst>
        </pc:spChg>
        <pc:spChg chg="del">
          <ac:chgData name="UCHIYAMA Yuusuke" userId="758e3d5f-3bbb-4028-bd3a-66c5ef996226" providerId="ADAL" clId="{D6E16D54-020D-4FD7-A998-506E043C2B85}" dt="2025-06-10T02:51:40.549" v="1" actId="21"/>
          <ac:spMkLst>
            <pc:docMk/>
            <pc:sldMk cId="3928645458" sldId="1537"/>
            <ac:spMk id="7" creationId="{6E4F018F-0E1D-B86A-45EE-0306FFB05CCC}"/>
          </ac:spMkLst>
        </pc:spChg>
        <pc:spChg chg="del mod ord">
          <ac:chgData name="UCHIYAMA Yuusuke" userId="758e3d5f-3bbb-4028-bd3a-66c5ef996226" providerId="ADAL" clId="{D6E16D54-020D-4FD7-A998-506E043C2B85}" dt="2025-06-10T02:52:04.540" v="6" actId="21"/>
          <ac:spMkLst>
            <pc:docMk/>
            <pc:sldMk cId="3928645458" sldId="1537"/>
            <ac:spMk id="8" creationId="{17578418-DE5D-E7CC-9040-AEF53CDEE209}"/>
          </ac:spMkLst>
        </pc:spChg>
        <pc:spChg chg="add del mod ord">
          <ac:chgData name="UCHIYAMA Yuusuke" userId="758e3d5f-3bbb-4028-bd3a-66c5ef996226" providerId="ADAL" clId="{D6E16D54-020D-4FD7-A998-506E043C2B85}" dt="2025-06-10T02:51:45.928" v="3" actId="21"/>
          <ac:spMkLst>
            <pc:docMk/>
            <pc:sldMk cId="3928645458" sldId="1537"/>
            <ac:spMk id="9" creationId="{B4C5694A-1E86-8DE9-F588-D812FA4C564A}"/>
          </ac:spMkLst>
        </pc:spChg>
        <pc:spChg chg="mod">
          <ac:chgData name="UCHIYAMA Yuusuke" userId="758e3d5f-3bbb-4028-bd3a-66c5ef996226" providerId="ADAL" clId="{D6E16D54-020D-4FD7-A998-506E043C2B85}" dt="2025-06-10T02:52:58.598" v="13" actId="1076"/>
          <ac:spMkLst>
            <pc:docMk/>
            <pc:sldMk cId="3928645458" sldId="1537"/>
            <ac:spMk id="13" creationId="{517AEDA5-2CE7-4663-DE45-2ECC7626EA39}"/>
          </ac:spMkLst>
        </pc:spChg>
        <pc:spChg chg="mod">
          <ac:chgData name="UCHIYAMA Yuusuke" userId="758e3d5f-3bbb-4028-bd3a-66c5ef996226" providerId="ADAL" clId="{D6E16D54-020D-4FD7-A998-506E043C2B85}" dt="2025-06-10T02:53:00.879" v="14" actId="1076"/>
          <ac:spMkLst>
            <pc:docMk/>
            <pc:sldMk cId="3928645458" sldId="1537"/>
            <ac:spMk id="14" creationId="{3B8FA4FF-74EE-6A52-0D44-9AAAA361CE8B}"/>
          </ac:spMkLst>
        </pc:spChg>
        <pc:spChg chg="mod">
          <ac:chgData name="UCHIYAMA Yuusuke" userId="758e3d5f-3bbb-4028-bd3a-66c5ef996226" providerId="ADAL" clId="{D6E16D54-020D-4FD7-A998-506E043C2B85}" dt="2025-06-10T02:52:44.708" v="10" actId="1076"/>
          <ac:spMkLst>
            <pc:docMk/>
            <pc:sldMk cId="3928645458" sldId="1537"/>
            <ac:spMk id="16" creationId="{FF399CB5-5635-8AD7-973A-096BD3BAA808}"/>
          </ac:spMkLst>
        </pc:spChg>
        <pc:spChg chg="mod">
          <ac:chgData name="UCHIYAMA Yuusuke" userId="758e3d5f-3bbb-4028-bd3a-66c5ef996226" providerId="ADAL" clId="{D6E16D54-020D-4FD7-A998-506E043C2B85}" dt="2025-06-10T02:52:40.455" v="9" actId="1076"/>
          <ac:spMkLst>
            <pc:docMk/>
            <pc:sldMk cId="3928645458" sldId="1537"/>
            <ac:spMk id="18" creationId="{101C8FB4-66AE-36BF-5509-334569519A3C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27" creationId="{517AEDA5-2CE7-4663-DE45-2ECC7626EA39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29" creationId="{3B8FA4FF-74EE-6A52-0D44-9AAAA361CE8B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30" creationId="{B5A48B8D-CEB4-2171-7D74-E34143448425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32" creationId="{FF399CB5-5635-8AD7-973A-096BD3BAA808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34" creationId="{D5F4EAB0-3D65-E2DB-14D5-324635C1EDDF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50" creationId="{101C8FB4-66AE-36BF-5509-334569519A3C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51" creationId="{FBAC3639-8512-2BF8-10BD-38724742B579}"/>
          </ac:spMkLst>
        </pc:spChg>
        <pc:spChg chg="mod">
          <ac:chgData name="UCHIYAMA Yuusuke" userId="758e3d5f-3bbb-4028-bd3a-66c5ef996226" providerId="ADAL" clId="{D6E16D54-020D-4FD7-A998-506E043C2B85}" dt="2025-06-10T02:53:15.718" v="17"/>
          <ac:spMkLst>
            <pc:docMk/>
            <pc:sldMk cId="3928645458" sldId="1537"/>
            <ac:spMk id="52" creationId="{6E7D6FEF-A2B4-0AB3-5373-BF3DE55BC64C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59" creationId="{28376AF3-ACAE-AEE9-1C3A-727AA3EF6D21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60" creationId="{43CCBF24-C91A-E2BD-23A7-6B5733A95A28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61" creationId="{63B4883B-A68E-C0ED-1BB2-7DB8506AA4D2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62" creationId="{01110FF5-ED57-65D2-2A57-81A83C75593F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63" creationId="{9AEE8153-1385-F655-D5B5-80F9454C129F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72" creationId="{5170A266-79EC-FD2A-B76E-CEA6330494D9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73" creationId="{84258628-7B88-9137-0BDC-78623CFCD2C7}"/>
          </ac:spMkLst>
        </pc:spChg>
        <pc:spChg chg="mod">
          <ac:chgData name="UCHIYAMA Yuusuke" userId="758e3d5f-3bbb-4028-bd3a-66c5ef996226" providerId="ADAL" clId="{D6E16D54-020D-4FD7-A998-506E043C2B85}" dt="2025-06-10T02:54:08.058" v="19"/>
          <ac:spMkLst>
            <pc:docMk/>
            <pc:sldMk cId="3928645458" sldId="1537"/>
            <ac:spMk id="74" creationId="{86984640-A984-B944-7397-532B7DB509E1}"/>
          </ac:spMkLst>
        </pc:spChg>
        <pc:grpChg chg="del mod">
          <ac:chgData name="UCHIYAMA Yuusuke" userId="758e3d5f-3bbb-4028-bd3a-66c5ef996226" providerId="ADAL" clId="{D6E16D54-020D-4FD7-A998-506E043C2B85}" dt="2025-06-10T02:54:13.256" v="20" actId="21"/>
          <ac:grpSpMkLst>
            <pc:docMk/>
            <pc:sldMk cId="3928645458" sldId="1537"/>
            <ac:grpSpMk id="25" creationId="{AF37F633-003E-2F2D-4018-AF7DB0F621D6}"/>
          </ac:grpSpMkLst>
        </pc:grpChg>
        <pc:grpChg chg="del mod">
          <ac:chgData name="UCHIYAMA Yuusuke" userId="758e3d5f-3bbb-4028-bd3a-66c5ef996226" providerId="ADAL" clId="{D6E16D54-020D-4FD7-A998-506E043C2B85}" dt="2025-06-10T02:54:13.256" v="20" actId="21"/>
          <ac:grpSpMkLst>
            <pc:docMk/>
            <pc:sldMk cId="3928645458" sldId="1537"/>
            <ac:grpSpMk id="45" creationId="{42C84B7A-4C79-56BE-873E-6D3625D527E8}"/>
          </ac:grpSpMkLst>
        </pc:grpChg>
        <pc:grpChg chg="del mod">
          <ac:chgData name="UCHIYAMA Yuusuke" userId="758e3d5f-3bbb-4028-bd3a-66c5ef996226" providerId="ADAL" clId="{D6E16D54-020D-4FD7-A998-506E043C2B85}" dt="2025-06-10T02:53:13.194" v="16" actId="21"/>
          <ac:grpSpMkLst>
            <pc:docMk/>
            <pc:sldMk cId="3928645458" sldId="1537"/>
            <ac:grpSpMk id="48" creationId="{AF37F633-003E-2F2D-4018-AF7DB0F621D6}"/>
          </ac:grpSpMkLst>
        </pc:grpChg>
        <pc:grpChg chg="del mod">
          <ac:chgData name="UCHIYAMA Yuusuke" userId="758e3d5f-3bbb-4028-bd3a-66c5ef996226" providerId="ADAL" clId="{D6E16D54-020D-4FD7-A998-506E043C2B85}" dt="2025-06-10T02:53:13.194" v="16" actId="21"/>
          <ac:grpSpMkLst>
            <pc:docMk/>
            <pc:sldMk cId="3928645458" sldId="1537"/>
            <ac:grpSpMk id="49" creationId="{42C84B7A-4C79-56BE-873E-6D3625D527E8}"/>
          </ac:grpSpMkLst>
        </pc:grpChg>
        <pc:grpChg chg="mod">
          <ac:chgData name="UCHIYAMA Yuusuke" userId="758e3d5f-3bbb-4028-bd3a-66c5ef996226" providerId="ADAL" clId="{D6E16D54-020D-4FD7-A998-506E043C2B85}" dt="2025-06-10T02:54:22.583" v="21" actId="1076"/>
          <ac:grpSpMkLst>
            <pc:docMk/>
            <pc:sldMk cId="3928645458" sldId="1537"/>
            <ac:grpSpMk id="57" creationId="{E35810EB-BBAB-1380-9352-F7E36B89E426}"/>
          </ac:grpSpMkLst>
        </pc:grpChg>
        <pc:grpChg chg="mod ord">
          <ac:chgData name="UCHIYAMA Yuusuke" userId="758e3d5f-3bbb-4028-bd3a-66c5ef996226" providerId="ADAL" clId="{D6E16D54-020D-4FD7-A998-506E043C2B85}" dt="2025-06-10T02:55:05.444" v="27" actId="1036"/>
          <ac:grpSpMkLst>
            <pc:docMk/>
            <pc:sldMk cId="3928645458" sldId="1537"/>
            <ac:grpSpMk id="70" creationId="{F06C38D1-1E80-7FF7-B749-A7A3CC435059}"/>
          </ac:grpSpMkLst>
        </pc:grpChg>
        <pc:picChg chg="mod">
          <ac:chgData name="UCHIYAMA Yuusuke" userId="758e3d5f-3bbb-4028-bd3a-66c5ef996226" providerId="ADAL" clId="{D6E16D54-020D-4FD7-A998-506E043C2B85}" dt="2025-06-10T02:53:15.718" v="17"/>
          <ac:picMkLst>
            <pc:docMk/>
            <pc:sldMk cId="3928645458" sldId="1537"/>
            <ac:picMk id="26" creationId="{AF54222E-212A-37F5-5364-AC514014AB92}"/>
          </ac:picMkLst>
        </pc:picChg>
        <pc:picChg chg="mod">
          <ac:chgData name="UCHIYAMA Yuusuke" userId="758e3d5f-3bbb-4028-bd3a-66c5ef996226" providerId="ADAL" clId="{D6E16D54-020D-4FD7-A998-506E043C2B85}" dt="2025-06-10T02:53:15.718" v="17"/>
          <ac:picMkLst>
            <pc:docMk/>
            <pc:sldMk cId="3928645458" sldId="1537"/>
            <ac:picMk id="47" creationId="{3B6CE708-691B-3EB9-6A9F-777B5D296878}"/>
          </ac:picMkLst>
        </pc:picChg>
        <pc:picChg chg="mod">
          <ac:chgData name="UCHIYAMA Yuusuke" userId="758e3d5f-3bbb-4028-bd3a-66c5ef996226" providerId="ADAL" clId="{D6E16D54-020D-4FD7-A998-506E043C2B85}" dt="2025-06-10T02:54:08.058" v="19"/>
          <ac:picMkLst>
            <pc:docMk/>
            <pc:sldMk cId="3928645458" sldId="1537"/>
            <ac:picMk id="58" creationId="{B6035AA0-8072-61B3-E555-024D80412651}"/>
          </ac:picMkLst>
        </pc:picChg>
        <pc:picChg chg="mod">
          <ac:chgData name="UCHIYAMA Yuusuke" userId="758e3d5f-3bbb-4028-bd3a-66c5ef996226" providerId="ADAL" clId="{D6E16D54-020D-4FD7-A998-506E043C2B85}" dt="2025-06-10T02:54:08.058" v="19"/>
          <ac:picMkLst>
            <pc:docMk/>
            <pc:sldMk cId="3928645458" sldId="1537"/>
            <ac:picMk id="71" creationId="{2F464088-3F0E-C223-BEB1-7A7B263A73E1}"/>
          </ac:picMkLst>
        </pc:picChg>
        <pc:cxnChg chg="mod">
          <ac:chgData name="UCHIYAMA Yuusuke" userId="758e3d5f-3bbb-4028-bd3a-66c5ef996226" providerId="ADAL" clId="{D6E16D54-020D-4FD7-A998-506E043C2B85}" dt="2025-06-10T02:53:02.879" v="15" actId="14100"/>
          <ac:cxnSpMkLst>
            <pc:docMk/>
            <pc:sldMk cId="3928645458" sldId="1537"/>
            <ac:cxnSpMk id="24" creationId="{AD38DDC3-0B92-6500-46DD-0DCBF38D05D8}"/>
          </ac:cxnSpMkLst>
        </pc:cxnChg>
        <pc:cxnChg chg="mod">
          <ac:chgData name="UCHIYAMA Yuusuke" userId="758e3d5f-3bbb-4028-bd3a-66c5ef996226" providerId="ADAL" clId="{D6E16D54-020D-4FD7-A998-506E043C2B85}" dt="2025-06-10T02:53:13.194" v="16" actId="21"/>
          <ac:cxnSpMkLst>
            <pc:docMk/>
            <pc:sldMk cId="3928645458" sldId="1537"/>
            <ac:cxnSpMk id="28" creationId="{CD54E3F7-3A34-329B-75E7-DED6C535F65D}"/>
          </ac:cxnSpMkLst>
        </pc:cxnChg>
        <pc:cxnChg chg="mod">
          <ac:chgData name="UCHIYAMA Yuusuke" userId="758e3d5f-3bbb-4028-bd3a-66c5ef996226" providerId="ADAL" clId="{D6E16D54-020D-4FD7-A998-506E043C2B85}" dt="2025-06-10T02:53:13.194" v="16" actId="21"/>
          <ac:cxnSpMkLst>
            <pc:docMk/>
            <pc:sldMk cId="3928645458" sldId="1537"/>
            <ac:cxnSpMk id="33" creationId="{376C6DA5-1074-B681-AD25-8BA912B6AD52}"/>
          </ac:cxnSpMkLst>
        </pc:cxnChg>
        <pc:cxnChg chg="mod">
          <ac:chgData name="UCHIYAMA Yuusuke" userId="758e3d5f-3bbb-4028-bd3a-66c5ef996226" providerId="ADAL" clId="{D6E16D54-020D-4FD7-A998-506E043C2B85}" dt="2025-06-10T02:53:13.194" v="16" actId="21"/>
          <ac:cxnSpMkLst>
            <pc:docMk/>
            <pc:sldMk cId="3928645458" sldId="1537"/>
            <ac:cxnSpMk id="35" creationId="{2B709A1A-4B24-626C-B650-0DC4C631F11F}"/>
          </ac:cxnSpMkLst>
        </pc:cxnChg>
        <pc:cxnChg chg="mod">
          <ac:chgData name="UCHIYAMA Yuusuke" userId="758e3d5f-3bbb-4028-bd3a-66c5ef996226" providerId="ADAL" clId="{D6E16D54-020D-4FD7-A998-506E043C2B85}" dt="2025-06-10T02:54:13.256" v="20" actId="21"/>
          <ac:cxnSpMkLst>
            <pc:docMk/>
            <pc:sldMk cId="3928645458" sldId="1537"/>
            <ac:cxnSpMk id="38" creationId="{CD54E3F7-3A34-329B-75E7-DED6C535F65D}"/>
          </ac:cxnSpMkLst>
        </pc:cxnChg>
        <pc:cxnChg chg="mod">
          <ac:chgData name="UCHIYAMA Yuusuke" userId="758e3d5f-3bbb-4028-bd3a-66c5ef996226" providerId="ADAL" clId="{D6E16D54-020D-4FD7-A998-506E043C2B85}" dt="2025-06-10T02:54:13.256" v="20" actId="21"/>
          <ac:cxnSpMkLst>
            <pc:docMk/>
            <pc:sldMk cId="3928645458" sldId="1537"/>
            <ac:cxnSpMk id="42" creationId="{376C6DA5-1074-B681-AD25-8BA912B6AD52}"/>
          </ac:cxnSpMkLst>
        </pc:cxnChg>
        <pc:cxnChg chg="mod">
          <ac:chgData name="UCHIYAMA Yuusuke" userId="758e3d5f-3bbb-4028-bd3a-66c5ef996226" providerId="ADAL" clId="{D6E16D54-020D-4FD7-A998-506E043C2B85}" dt="2025-06-10T02:53:13.194" v="16" actId="21"/>
          <ac:cxnSpMkLst>
            <pc:docMk/>
            <pc:sldMk cId="3928645458" sldId="1537"/>
            <ac:cxnSpMk id="43" creationId="{90EBF30E-43B1-7EDB-3F9D-D0E0D5A2DF45}"/>
          </ac:cxnSpMkLst>
        </pc:cxnChg>
        <pc:cxnChg chg="mod">
          <ac:chgData name="UCHIYAMA Yuusuke" userId="758e3d5f-3bbb-4028-bd3a-66c5ef996226" providerId="ADAL" clId="{D6E16D54-020D-4FD7-A998-506E043C2B85}" dt="2025-06-10T02:54:13.256" v="20" actId="21"/>
          <ac:cxnSpMkLst>
            <pc:docMk/>
            <pc:sldMk cId="3928645458" sldId="1537"/>
            <ac:cxnSpMk id="44" creationId="{2B709A1A-4B24-626C-B650-0DC4C631F11F}"/>
          </ac:cxnSpMkLst>
        </pc:cxnChg>
        <pc:cxnChg chg="mod">
          <ac:chgData name="UCHIYAMA Yuusuke" userId="758e3d5f-3bbb-4028-bd3a-66c5ef996226" providerId="ADAL" clId="{D6E16D54-020D-4FD7-A998-506E043C2B85}" dt="2025-06-10T02:54:13.256" v="20" actId="21"/>
          <ac:cxnSpMkLst>
            <pc:docMk/>
            <pc:sldMk cId="3928645458" sldId="1537"/>
            <ac:cxnSpMk id="55" creationId="{90EBF30E-43B1-7EDB-3F9D-D0E0D5A2DF45}"/>
          </ac:cxnSpMkLst>
        </pc:cxnChg>
      </pc:sldChg>
      <pc:sldMasterChg chg="modSldLayout">
        <pc:chgData name="UCHIYAMA Yuusuke" userId="758e3d5f-3bbb-4028-bd3a-66c5ef996226" providerId="ADAL" clId="{D6E16D54-020D-4FD7-A998-506E043C2B85}" dt="2025-06-10T02:51:58.336" v="5" actId="21"/>
        <pc:sldMasterMkLst>
          <pc:docMk/>
          <pc:sldMasterMk cId="3793219768" sldId="2147483648"/>
        </pc:sldMasterMkLst>
        <pc:sldLayoutChg chg="delSp mod">
          <pc:chgData name="UCHIYAMA Yuusuke" userId="758e3d5f-3bbb-4028-bd3a-66c5ef996226" providerId="ADAL" clId="{D6E16D54-020D-4FD7-A998-506E043C2B85}" dt="2025-06-10T02:51:58.336" v="5" actId="21"/>
          <pc:sldLayoutMkLst>
            <pc:docMk/>
            <pc:sldMasterMk cId="3793219768" sldId="2147483648"/>
            <pc:sldLayoutMk cId="1402018975" sldId="2147483649"/>
          </pc:sldLayoutMkLst>
          <pc:spChg chg="del">
            <ac:chgData name="UCHIYAMA Yuusuke" userId="758e3d5f-3bbb-4028-bd3a-66c5ef996226" providerId="ADAL" clId="{D6E16D54-020D-4FD7-A998-506E043C2B85}" dt="2025-06-10T02:51:54.560" v="4" actId="21"/>
            <ac:spMkLst>
              <pc:docMk/>
              <pc:sldMasterMk cId="3793219768" sldId="2147483648"/>
              <pc:sldLayoutMk cId="1402018975" sldId="2147483649"/>
              <ac:spMk id="7" creationId="{00000000-0000-0000-0000-000000000000}"/>
            </ac:spMkLst>
          </pc:spChg>
          <pc:spChg chg="del">
            <ac:chgData name="UCHIYAMA Yuusuke" userId="758e3d5f-3bbb-4028-bd3a-66c5ef996226" providerId="ADAL" clId="{D6E16D54-020D-4FD7-A998-506E043C2B85}" dt="2025-06-10T02:51:54.560" v="4" actId="21"/>
            <ac:spMkLst>
              <pc:docMk/>
              <pc:sldMasterMk cId="3793219768" sldId="2147483648"/>
              <pc:sldLayoutMk cId="1402018975" sldId="2147483649"/>
              <ac:spMk id="8" creationId="{00000000-0000-0000-0000-000000000000}"/>
            </ac:spMkLst>
          </pc:spChg>
          <pc:spChg chg="del">
            <ac:chgData name="UCHIYAMA Yuusuke" userId="758e3d5f-3bbb-4028-bd3a-66c5ef996226" providerId="ADAL" clId="{D6E16D54-020D-4FD7-A998-506E043C2B85}" dt="2025-06-10T02:51:54.560" v="4" actId="21"/>
            <ac:spMkLst>
              <pc:docMk/>
              <pc:sldMasterMk cId="3793219768" sldId="2147483648"/>
              <pc:sldLayoutMk cId="1402018975" sldId="2147483649"/>
              <ac:spMk id="9" creationId="{00000000-0000-0000-0000-000000000000}"/>
            </ac:spMkLst>
          </pc:spChg>
          <pc:spChg chg="del">
            <ac:chgData name="UCHIYAMA Yuusuke" userId="758e3d5f-3bbb-4028-bd3a-66c5ef996226" providerId="ADAL" clId="{D6E16D54-020D-4FD7-A998-506E043C2B85}" dt="2025-06-10T02:51:54.560" v="4" actId="21"/>
            <ac:spMkLst>
              <pc:docMk/>
              <pc:sldMasterMk cId="3793219768" sldId="2147483648"/>
              <pc:sldLayoutMk cId="1402018975" sldId="2147483649"/>
              <ac:spMk id="10" creationId="{00000000-0000-0000-0000-000000000000}"/>
            </ac:spMkLst>
          </pc:spChg>
          <pc:spChg chg="del">
            <ac:chgData name="UCHIYAMA Yuusuke" userId="758e3d5f-3bbb-4028-bd3a-66c5ef996226" providerId="ADAL" clId="{D6E16D54-020D-4FD7-A998-506E043C2B85}" dt="2025-06-10T02:51:58.336" v="5" actId="21"/>
            <ac:spMkLst>
              <pc:docMk/>
              <pc:sldMasterMk cId="3793219768" sldId="2147483648"/>
              <pc:sldLayoutMk cId="1402018975" sldId="2147483649"/>
              <ac:spMk id="14" creationId="{C7DDFF36-C93E-469D-A54B-0D5EE71AF20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86CA0-9E40-4E54-B8E0-73FE17323832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9E042-06D8-45F4-A7EF-697D57D2D2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1pPr>
    <a:lvl2pPr marL="336932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2pPr>
    <a:lvl3pPr marL="673864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3pPr>
    <a:lvl4pPr marL="1010796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4pPr>
    <a:lvl5pPr marL="1347729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5pPr>
    <a:lvl6pPr marL="1684661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6pPr>
    <a:lvl7pPr marL="2021593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7pPr>
    <a:lvl8pPr marL="2358525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8pPr>
    <a:lvl9pPr marL="2695457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0186" y="706933"/>
            <a:ext cx="7021116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186" y="2268784"/>
            <a:ext cx="7021116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052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7516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727" y="1076898"/>
            <a:ext cx="8074283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727" y="2890725"/>
            <a:ext cx="8074283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8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603" y="1149890"/>
            <a:ext cx="397863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254" y="1149890"/>
            <a:ext cx="3978632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3870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229978"/>
            <a:ext cx="8074283" cy="834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822" y="1058899"/>
            <a:ext cx="396034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822" y="1577849"/>
            <a:ext cx="3960348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253" y="1058899"/>
            <a:ext cx="3979852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253" y="1577849"/>
            <a:ext cx="3979852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37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1403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019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287972"/>
            <a:ext cx="3019323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852" y="621941"/>
            <a:ext cx="4739253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822" y="1295877"/>
            <a:ext cx="3019323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167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822" y="287972"/>
            <a:ext cx="3019323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852" y="621941"/>
            <a:ext cx="4739253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822" y="1295877"/>
            <a:ext cx="3019323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8651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1525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9315" y="229978"/>
            <a:ext cx="2018571" cy="366065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602" y="229978"/>
            <a:ext cx="5938694" cy="366065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57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82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603" y="229978"/>
            <a:ext cx="807428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603" y="1149890"/>
            <a:ext cx="807428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602" y="4003618"/>
            <a:ext cx="210633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993" y="4003618"/>
            <a:ext cx="315950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1551" y="4003618"/>
            <a:ext cx="210633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3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kumimoji="1"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kumimoji="1"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F06C38D1-1E80-7FF7-B749-A7A3CC435059}"/>
              </a:ext>
            </a:extLst>
          </p:cNvPr>
          <p:cNvGrpSpPr/>
          <p:nvPr/>
        </p:nvGrpSpPr>
        <p:grpSpPr>
          <a:xfrm>
            <a:off x="167983" y="11889"/>
            <a:ext cx="3731588" cy="4188388"/>
            <a:chOff x="5174480" y="2366309"/>
            <a:chExt cx="3731588" cy="4188388"/>
          </a:xfrm>
        </p:grpSpPr>
        <p:pic>
          <p:nvPicPr>
            <p:cNvPr id="71" name="図 70">
              <a:extLst>
                <a:ext uri="{FF2B5EF4-FFF2-40B4-BE49-F238E27FC236}">
                  <a16:creationId xmlns:a16="http://schemas.microsoft.com/office/drawing/2014/main" id="{2F464088-3F0E-C223-BEB1-7A7B263A7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2564" y="2366309"/>
              <a:ext cx="3643504" cy="4188388"/>
            </a:xfrm>
            <a:prstGeom prst="rect">
              <a:avLst/>
            </a:prstGeom>
          </p:spPr>
        </p:pic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5170A266-79EC-FD2A-B76E-CEA6330494D9}"/>
                </a:ext>
              </a:extLst>
            </p:cNvPr>
            <p:cNvSpPr txBox="1"/>
            <p:nvPr/>
          </p:nvSpPr>
          <p:spPr>
            <a:xfrm>
              <a:off x="7495202" y="2772155"/>
              <a:ext cx="10583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400" dirty="0"/>
                <a:t>Large-bore </a:t>
              </a:r>
              <a:br>
                <a:rPr lang="en-US" altLang="ja-JP" sz="1400" dirty="0"/>
              </a:br>
              <a:r>
                <a:rPr lang="en-US" altLang="ja-JP" sz="1400" dirty="0"/>
                <a:t>pillow seal</a:t>
              </a: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84258628-7B88-9137-0BDC-78623CFCD2C7}"/>
                </a:ext>
              </a:extLst>
            </p:cNvPr>
            <p:cNvSpPr txBox="1"/>
            <p:nvPr/>
          </p:nvSpPr>
          <p:spPr>
            <a:xfrm>
              <a:off x="5174480" y="3810976"/>
              <a:ext cx="805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Support</a:t>
              </a:r>
              <a:br>
                <a:rPr lang="en-US" altLang="ja-JP" sz="1400" dirty="0"/>
              </a:br>
              <a:r>
                <a:rPr lang="en-US" altLang="ja-JP" sz="1400" dirty="0"/>
                <a:t>beams</a:t>
              </a:r>
              <a:endParaRPr lang="ja-JP" altLang="en-US" sz="1400" dirty="0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86984640-A984-B944-7397-532B7DB509E1}"/>
                </a:ext>
              </a:extLst>
            </p:cNvPr>
            <p:cNvSpPr txBox="1"/>
            <p:nvPr/>
          </p:nvSpPr>
          <p:spPr>
            <a:xfrm>
              <a:off x="5422296" y="5979494"/>
              <a:ext cx="805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Support</a:t>
              </a:r>
              <a:br>
                <a:rPr lang="en-US" altLang="ja-JP" sz="1400" dirty="0"/>
              </a:br>
              <a:r>
                <a:rPr lang="en-US" altLang="ja-JP" sz="1400" dirty="0"/>
                <a:t>flange</a:t>
              </a:r>
              <a:endParaRPr lang="ja-JP" altLang="en-US" sz="1400" dirty="0"/>
            </a:p>
          </p:txBody>
        </p: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1BC6B953-2D02-60C4-3C5C-EEB2A77994D7}"/>
                </a:ext>
              </a:extLst>
            </p:cNvPr>
            <p:cNvCxnSpPr>
              <a:cxnSpLocks/>
            </p:cNvCxnSpPr>
            <p:nvPr/>
          </p:nvCxnSpPr>
          <p:spPr>
            <a:xfrm>
              <a:off x="5906208" y="4113909"/>
              <a:ext cx="377221" cy="293175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EA1AC3FF-4D93-27CF-70F6-A68B1FBC32E9}"/>
                </a:ext>
              </a:extLst>
            </p:cNvPr>
            <p:cNvCxnSpPr>
              <a:cxnSpLocks/>
            </p:cNvCxnSpPr>
            <p:nvPr/>
          </p:nvCxnSpPr>
          <p:spPr>
            <a:xfrm>
              <a:off x="5900711" y="4279670"/>
              <a:ext cx="928061" cy="1024428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A19B8D11-3826-F7A3-70FD-01864D1C4926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5824811" y="5772792"/>
              <a:ext cx="81397" cy="206702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DAAE3405-F5F9-00D8-4CDF-540CFFDFB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4740" y="3348460"/>
              <a:ext cx="328368" cy="525301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E35810EB-BBAB-1380-9352-F7E36B89E426}"/>
              </a:ext>
            </a:extLst>
          </p:cNvPr>
          <p:cNvGrpSpPr/>
          <p:nvPr/>
        </p:nvGrpSpPr>
        <p:grpSpPr>
          <a:xfrm>
            <a:off x="3782348" y="19562"/>
            <a:ext cx="5531074" cy="4188388"/>
            <a:chOff x="-340468" y="2452659"/>
            <a:chExt cx="5531074" cy="4188388"/>
          </a:xfrm>
        </p:grpSpPr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B6035AA0-8072-61B3-E555-024D80412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932" y="2452659"/>
              <a:ext cx="3775209" cy="4188388"/>
            </a:xfrm>
            <a:prstGeom prst="rect">
              <a:avLst/>
            </a:prstGeom>
          </p:spPr>
        </p:pic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28376AF3-ACAE-AEE9-1C3A-727AA3EF6D21}"/>
                </a:ext>
              </a:extLst>
            </p:cNvPr>
            <p:cNvSpPr txBox="1"/>
            <p:nvPr/>
          </p:nvSpPr>
          <p:spPr>
            <a:xfrm>
              <a:off x="-340468" y="3068981"/>
              <a:ext cx="16025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Mechanical flange</a:t>
              </a:r>
              <a:endParaRPr lang="ja-JP" altLang="en-US" sz="1400" dirty="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43CCBF24-C91A-E2BD-23A7-6B5733A95A28}"/>
                </a:ext>
              </a:extLst>
            </p:cNvPr>
            <p:cNvSpPr txBox="1"/>
            <p:nvPr/>
          </p:nvSpPr>
          <p:spPr>
            <a:xfrm>
              <a:off x="-206040" y="3881691"/>
              <a:ext cx="1502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Aluminum flange</a:t>
              </a:r>
              <a:endParaRPr lang="ja-JP" altLang="en-US" sz="1400" dirty="0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3B4883B-A68E-C0ED-1BB2-7DB8506AA4D2}"/>
                </a:ext>
              </a:extLst>
            </p:cNvPr>
            <p:cNvSpPr txBox="1"/>
            <p:nvPr/>
          </p:nvSpPr>
          <p:spPr>
            <a:xfrm>
              <a:off x="172298" y="4875795"/>
              <a:ext cx="12761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Beam window</a:t>
              </a:r>
              <a:endParaRPr lang="ja-JP" altLang="en-US" sz="1400" dirty="0"/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01110FF5-ED57-65D2-2A57-81A83C75593F}"/>
                </a:ext>
              </a:extLst>
            </p:cNvPr>
            <p:cNvSpPr txBox="1"/>
            <p:nvPr/>
          </p:nvSpPr>
          <p:spPr>
            <a:xfrm>
              <a:off x="4023235" y="5091475"/>
              <a:ext cx="11673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Feedthrough</a:t>
              </a:r>
              <a:br>
                <a:rPr lang="en-US" altLang="ja-JP" sz="1400" dirty="0"/>
              </a:br>
              <a:r>
                <a:rPr lang="en-US" altLang="ja-JP" sz="1400" dirty="0"/>
                <a:t>flanges</a:t>
              </a:r>
              <a:endParaRPr lang="ja-JP" altLang="en-US" sz="1400" dirty="0"/>
            </a:p>
          </p:txBody>
        </p: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9AEE8153-1385-F655-D5B5-80F9454C129F}"/>
                </a:ext>
              </a:extLst>
            </p:cNvPr>
            <p:cNvSpPr txBox="1"/>
            <p:nvPr/>
          </p:nvSpPr>
          <p:spPr>
            <a:xfrm>
              <a:off x="825567" y="5644814"/>
              <a:ext cx="12403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400" dirty="0"/>
                <a:t>Target system</a:t>
              </a:r>
              <a:br>
                <a:rPr lang="en-US" altLang="ja-JP" sz="1400" dirty="0"/>
              </a:br>
              <a:r>
                <a:rPr lang="en-US" altLang="ja-JP" sz="1400" dirty="0"/>
                <a:t>port</a:t>
              </a:r>
              <a:endParaRPr lang="ja-JP" altLang="en-US" sz="1400" dirty="0"/>
            </a:p>
          </p:txBody>
        </p: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65F0D385-50DC-BE59-CD04-7A70EEADEA34}"/>
                </a:ext>
              </a:extLst>
            </p:cNvPr>
            <p:cNvCxnSpPr>
              <a:cxnSpLocks/>
            </p:cNvCxnSpPr>
            <p:nvPr/>
          </p:nvCxnSpPr>
          <p:spPr>
            <a:xfrm>
              <a:off x="1234440" y="3374452"/>
              <a:ext cx="258810" cy="267183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1B850187-4F35-FDDE-2C0D-A163203D30C2}"/>
                </a:ext>
              </a:extLst>
            </p:cNvPr>
            <p:cNvCxnSpPr>
              <a:cxnSpLocks/>
            </p:cNvCxnSpPr>
            <p:nvPr/>
          </p:nvCxnSpPr>
          <p:spPr>
            <a:xfrm>
              <a:off x="1144399" y="4217911"/>
              <a:ext cx="692456" cy="225607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3B0F3781-905F-4845-A008-664DB5AEB291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V="1">
              <a:off x="1448481" y="4813082"/>
              <a:ext cx="632418" cy="216602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66913470-8FA4-E105-7714-B955EE83C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227" y="4856477"/>
              <a:ext cx="680973" cy="792156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矢印コネクタ 67">
              <a:extLst>
                <a:ext uri="{FF2B5EF4-FFF2-40B4-BE49-F238E27FC236}">
                  <a16:creationId xmlns:a16="http://schemas.microsoft.com/office/drawing/2014/main" id="{684B1F03-B343-184D-86BD-D2359DE0CB2D}"/>
                </a:ext>
              </a:extLst>
            </p:cNvPr>
            <p:cNvCxnSpPr>
              <a:cxnSpLocks/>
              <a:stCxn id="62" idx="1"/>
            </p:cNvCxnSpPr>
            <p:nvPr/>
          </p:nvCxnSpPr>
          <p:spPr>
            <a:xfrm flipH="1" flipV="1">
              <a:off x="3052067" y="4960226"/>
              <a:ext cx="971168" cy="392859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BA1696B6-0238-59F9-D681-B4E129E86E49}"/>
                </a:ext>
              </a:extLst>
            </p:cNvPr>
            <p:cNvCxnSpPr>
              <a:cxnSpLocks/>
              <a:stCxn id="62" idx="1"/>
            </p:cNvCxnSpPr>
            <p:nvPr/>
          </p:nvCxnSpPr>
          <p:spPr>
            <a:xfrm flipH="1">
              <a:off x="3065659" y="5353085"/>
              <a:ext cx="957576" cy="0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864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23</Words>
  <Application>Microsoft Office PowerPoint</Application>
  <PresentationFormat>ユーザー設定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1</cp:revision>
  <dcterms:created xsi:type="dcterms:W3CDTF">2025-06-10T02:51:25Z</dcterms:created>
  <dcterms:modified xsi:type="dcterms:W3CDTF">2025-06-10T02:55:06Z</dcterms:modified>
</cp:coreProperties>
</file>