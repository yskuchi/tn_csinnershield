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</p:sldIdLst>
  <p:sldSz cx="11879263" cy="52197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978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44" y="11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UCHIYAMA Yuusuke" userId="758e3d5f-3bbb-4028-bd3a-66c5ef996226" providerId="ADAL" clId="{0FBA43AC-4232-4D4E-96A7-96579C6CB0AC}"/>
    <pc:docChg chg="undo custSel modSld">
      <pc:chgData name="UCHIYAMA Yuusuke" userId="758e3d5f-3bbb-4028-bd3a-66c5ef996226" providerId="ADAL" clId="{0FBA43AC-4232-4D4E-96A7-96579C6CB0AC}" dt="2024-12-26T08:41:14.965" v="183" actId="14100"/>
      <pc:docMkLst>
        <pc:docMk/>
      </pc:docMkLst>
      <pc:sldChg chg="addSp delSp modSp mod">
        <pc:chgData name="UCHIYAMA Yuusuke" userId="758e3d5f-3bbb-4028-bd3a-66c5ef996226" providerId="ADAL" clId="{0FBA43AC-4232-4D4E-96A7-96579C6CB0AC}" dt="2024-12-26T08:41:14.965" v="183" actId="14100"/>
        <pc:sldMkLst>
          <pc:docMk/>
          <pc:sldMk cId="1699194054" sldId="256"/>
        </pc:sldMkLst>
      </pc:sldChg>
    </pc:docChg>
  </pc:docChgLst>
  <pc:docChgLst>
    <pc:chgData name="UCHIYAMA Yuusuke" userId="758e3d5f-3bbb-4028-bd3a-66c5ef996226" providerId="ADAL" clId="{E3E64473-191E-4806-8FFB-541F69AD9FD0}"/>
    <pc:docChg chg="modSld">
      <pc:chgData name="UCHIYAMA Yuusuke" userId="758e3d5f-3bbb-4028-bd3a-66c5ef996226" providerId="ADAL" clId="{E3E64473-191E-4806-8FFB-541F69AD9FD0}" dt="2025-05-09T05:14:42.596" v="22" actId="1076"/>
      <pc:docMkLst>
        <pc:docMk/>
      </pc:docMkLst>
      <pc:sldChg chg="addSp modSp mod">
        <pc:chgData name="UCHIYAMA Yuusuke" userId="758e3d5f-3bbb-4028-bd3a-66c5ef996226" providerId="ADAL" clId="{E3E64473-191E-4806-8FFB-541F69AD9FD0}" dt="2025-05-09T05:14:42.596" v="22" actId="1076"/>
        <pc:sldMkLst>
          <pc:docMk/>
          <pc:sldMk cId="1699194054" sldId="256"/>
        </pc:sldMkLst>
        <pc:spChg chg="mod">
          <ac:chgData name="UCHIYAMA Yuusuke" userId="758e3d5f-3bbb-4028-bd3a-66c5ef996226" providerId="ADAL" clId="{E3E64473-191E-4806-8FFB-541F69AD9FD0}" dt="2025-05-09T05:14:17.028" v="19" actId="1076"/>
          <ac:spMkLst>
            <pc:docMk/>
            <pc:sldMk cId="1699194054" sldId="256"/>
            <ac:spMk id="11" creationId="{8B0D92C7-D504-9501-7214-9AA4329E35DE}"/>
          </ac:spMkLst>
        </pc:spChg>
        <pc:cxnChg chg="add mod">
          <ac:chgData name="UCHIYAMA Yuusuke" userId="758e3d5f-3bbb-4028-bd3a-66c5ef996226" providerId="ADAL" clId="{E3E64473-191E-4806-8FFB-541F69AD9FD0}" dt="2025-05-09T05:14:42.596" v="22" actId="1076"/>
          <ac:cxnSpMkLst>
            <pc:docMk/>
            <pc:sldMk cId="1699194054" sldId="256"/>
            <ac:cxnSpMk id="6" creationId="{6C0EEDAF-869D-2D7C-4766-609CC2DEDF66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84908" y="854243"/>
            <a:ext cx="8909447" cy="1817229"/>
          </a:xfrm>
        </p:spPr>
        <p:txBody>
          <a:bodyPr anchor="b"/>
          <a:lstStyle>
            <a:lvl1pPr algn="ctr">
              <a:defRPr sz="4567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84908" y="2741551"/>
            <a:ext cx="8909447" cy="1260219"/>
          </a:xfrm>
        </p:spPr>
        <p:txBody>
          <a:bodyPr/>
          <a:lstStyle>
            <a:lvl1pPr marL="0" indent="0" algn="ctr">
              <a:buNone/>
              <a:defRPr sz="1827"/>
            </a:lvl1pPr>
            <a:lvl2pPr marL="347975" indent="0" algn="ctr">
              <a:buNone/>
              <a:defRPr sz="1522"/>
            </a:lvl2pPr>
            <a:lvl3pPr marL="695950" indent="0" algn="ctr">
              <a:buNone/>
              <a:defRPr sz="1370"/>
            </a:lvl3pPr>
            <a:lvl4pPr marL="1043925" indent="0" algn="ctr">
              <a:buNone/>
              <a:defRPr sz="1218"/>
            </a:lvl4pPr>
            <a:lvl5pPr marL="1391900" indent="0" algn="ctr">
              <a:buNone/>
              <a:defRPr sz="1218"/>
            </a:lvl5pPr>
            <a:lvl6pPr marL="1739875" indent="0" algn="ctr">
              <a:buNone/>
              <a:defRPr sz="1218"/>
            </a:lvl6pPr>
            <a:lvl7pPr marL="2087850" indent="0" algn="ctr">
              <a:buNone/>
              <a:defRPr sz="1218"/>
            </a:lvl7pPr>
            <a:lvl8pPr marL="2435824" indent="0" algn="ctr">
              <a:buNone/>
              <a:defRPr sz="1218"/>
            </a:lvl8pPr>
            <a:lvl9pPr marL="2783799" indent="0" algn="ctr">
              <a:buNone/>
              <a:defRPr sz="1218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986EE-3F7C-4D3D-BBD8-750034447C60}" type="datetimeFigureOut">
              <a:rPr kumimoji="1" lang="ja-JP" altLang="en-US" smtClean="0"/>
              <a:t>2025/5/9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9E9540-4DFA-4EB9-B08E-E7AC79C4050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86860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986EE-3F7C-4D3D-BBD8-750034447C60}" type="datetimeFigureOut">
              <a:rPr kumimoji="1" lang="ja-JP" altLang="en-US" smtClean="0"/>
              <a:t>2025/5/9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9E9540-4DFA-4EB9-B08E-E7AC79C4050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810278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512" y="1301301"/>
            <a:ext cx="10245864" cy="2171250"/>
          </a:xfrm>
        </p:spPr>
        <p:txBody>
          <a:bodyPr anchor="b"/>
          <a:lstStyle>
            <a:lvl1pPr>
              <a:defRPr sz="4567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512" y="3493092"/>
            <a:ext cx="10245864" cy="1141809"/>
          </a:xfrm>
        </p:spPr>
        <p:txBody>
          <a:bodyPr/>
          <a:lstStyle>
            <a:lvl1pPr marL="0" indent="0">
              <a:buNone/>
              <a:defRPr sz="1827">
                <a:solidFill>
                  <a:schemeClr val="tx1">
                    <a:tint val="82000"/>
                  </a:schemeClr>
                </a:solidFill>
              </a:defRPr>
            </a:lvl1pPr>
            <a:lvl2pPr marL="347975" indent="0">
              <a:buNone/>
              <a:defRPr sz="1522">
                <a:solidFill>
                  <a:schemeClr val="tx1">
                    <a:tint val="82000"/>
                  </a:schemeClr>
                </a:solidFill>
              </a:defRPr>
            </a:lvl2pPr>
            <a:lvl3pPr marL="695950" indent="0">
              <a:buNone/>
              <a:defRPr sz="1370">
                <a:solidFill>
                  <a:schemeClr val="tx1">
                    <a:tint val="82000"/>
                  </a:schemeClr>
                </a:solidFill>
              </a:defRPr>
            </a:lvl3pPr>
            <a:lvl4pPr marL="1043925" indent="0">
              <a:buNone/>
              <a:defRPr sz="1218">
                <a:solidFill>
                  <a:schemeClr val="tx1">
                    <a:tint val="82000"/>
                  </a:schemeClr>
                </a:solidFill>
              </a:defRPr>
            </a:lvl4pPr>
            <a:lvl5pPr marL="1391900" indent="0">
              <a:buNone/>
              <a:defRPr sz="1218">
                <a:solidFill>
                  <a:schemeClr val="tx1">
                    <a:tint val="82000"/>
                  </a:schemeClr>
                </a:solidFill>
              </a:defRPr>
            </a:lvl5pPr>
            <a:lvl6pPr marL="1739875" indent="0">
              <a:buNone/>
              <a:defRPr sz="1218">
                <a:solidFill>
                  <a:schemeClr val="tx1">
                    <a:tint val="82000"/>
                  </a:schemeClr>
                </a:solidFill>
              </a:defRPr>
            </a:lvl6pPr>
            <a:lvl7pPr marL="2087850" indent="0">
              <a:buNone/>
              <a:defRPr sz="1218">
                <a:solidFill>
                  <a:schemeClr val="tx1">
                    <a:tint val="82000"/>
                  </a:schemeClr>
                </a:solidFill>
              </a:defRPr>
            </a:lvl7pPr>
            <a:lvl8pPr marL="2435824" indent="0">
              <a:buNone/>
              <a:defRPr sz="1218">
                <a:solidFill>
                  <a:schemeClr val="tx1">
                    <a:tint val="82000"/>
                  </a:schemeClr>
                </a:solidFill>
              </a:defRPr>
            </a:lvl8pPr>
            <a:lvl9pPr marL="2783799" indent="0">
              <a:buNone/>
              <a:defRPr sz="1218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986EE-3F7C-4D3D-BBD8-750034447C60}" type="datetimeFigureOut">
              <a:rPr kumimoji="1" lang="ja-JP" altLang="en-US" smtClean="0"/>
              <a:t>2025/5/9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9E9540-4DFA-4EB9-B08E-E7AC79C4050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57390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6699" y="1389503"/>
            <a:ext cx="5048687" cy="3311852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13877" y="1389503"/>
            <a:ext cx="5048687" cy="3311852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986EE-3F7C-4D3D-BBD8-750034447C60}" type="datetimeFigureOut">
              <a:rPr kumimoji="1" lang="ja-JP" altLang="en-US" smtClean="0"/>
              <a:t>2025/5/9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9E9540-4DFA-4EB9-B08E-E7AC79C4050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890982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8247" y="277901"/>
            <a:ext cx="10245864" cy="1008901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8247" y="1279552"/>
            <a:ext cx="5025485" cy="627089"/>
          </a:xfrm>
        </p:spPr>
        <p:txBody>
          <a:bodyPr anchor="b"/>
          <a:lstStyle>
            <a:lvl1pPr marL="0" indent="0">
              <a:buNone/>
              <a:defRPr sz="1827" b="1"/>
            </a:lvl1pPr>
            <a:lvl2pPr marL="347975" indent="0">
              <a:buNone/>
              <a:defRPr sz="1522" b="1"/>
            </a:lvl2pPr>
            <a:lvl3pPr marL="695950" indent="0">
              <a:buNone/>
              <a:defRPr sz="1370" b="1"/>
            </a:lvl3pPr>
            <a:lvl4pPr marL="1043925" indent="0">
              <a:buNone/>
              <a:defRPr sz="1218" b="1"/>
            </a:lvl4pPr>
            <a:lvl5pPr marL="1391900" indent="0">
              <a:buNone/>
              <a:defRPr sz="1218" b="1"/>
            </a:lvl5pPr>
            <a:lvl6pPr marL="1739875" indent="0">
              <a:buNone/>
              <a:defRPr sz="1218" b="1"/>
            </a:lvl6pPr>
            <a:lvl7pPr marL="2087850" indent="0">
              <a:buNone/>
              <a:defRPr sz="1218" b="1"/>
            </a:lvl7pPr>
            <a:lvl8pPr marL="2435824" indent="0">
              <a:buNone/>
              <a:defRPr sz="1218" b="1"/>
            </a:lvl8pPr>
            <a:lvl9pPr marL="2783799" indent="0">
              <a:buNone/>
              <a:defRPr sz="1218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8247" y="1906640"/>
            <a:ext cx="5025485" cy="2804381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13877" y="1279552"/>
            <a:ext cx="5050234" cy="627089"/>
          </a:xfrm>
        </p:spPr>
        <p:txBody>
          <a:bodyPr anchor="b"/>
          <a:lstStyle>
            <a:lvl1pPr marL="0" indent="0">
              <a:buNone/>
              <a:defRPr sz="1827" b="1"/>
            </a:lvl1pPr>
            <a:lvl2pPr marL="347975" indent="0">
              <a:buNone/>
              <a:defRPr sz="1522" b="1"/>
            </a:lvl2pPr>
            <a:lvl3pPr marL="695950" indent="0">
              <a:buNone/>
              <a:defRPr sz="1370" b="1"/>
            </a:lvl3pPr>
            <a:lvl4pPr marL="1043925" indent="0">
              <a:buNone/>
              <a:defRPr sz="1218" b="1"/>
            </a:lvl4pPr>
            <a:lvl5pPr marL="1391900" indent="0">
              <a:buNone/>
              <a:defRPr sz="1218" b="1"/>
            </a:lvl5pPr>
            <a:lvl6pPr marL="1739875" indent="0">
              <a:buNone/>
              <a:defRPr sz="1218" b="1"/>
            </a:lvl6pPr>
            <a:lvl7pPr marL="2087850" indent="0">
              <a:buNone/>
              <a:defRPr sz="1218" b="1"/>
            </a:lvl7pPr>
            <a:lvl8pPr marL="2435824" indent="0">
              <a:buNone/>
              <a:defRPr sz="1218" b="1"/>
            </a:lvl8pPr>
            <a:lvl9pPr marL="2783799" indent="0">
              <a:buNone/>
              <a:defRPr sz="1218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13877" y="1906640"/>
            <a:ext cx="5050234" cy="2804381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986EE-3F7C-4D3D-BBD8-750034447C60}" type="datetimeFigureOut">
              <a:rPr kumimoji="1" lang="ja-JP" altLang="en-US" smtClean="0"/>
              <a:t>2025/5/9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9E9540-4DFA-4EB9-B08E-E7AC79C4050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658357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986EE-3F7C-4D3D-BBD8-750034447C60}" type="datetimeFigureOut">
              <a:rPr kumimoji="1" lang="ja-JP" altLang="en-US" smtClean="0"/>
              <a:t>2025/5/9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9E9540-4DFA-4EB9-B08E-E7AC79C4050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553172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986EE-3F7C-4D3D-BBD8-750034447C60}" type="datetimeFigureOut">
              <a:rPr kumimoji="1" lang="ja-JP" altLang="en-US" smtClean="0"/>
              <a:t>2025/5/9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9E9540-4DFA-4EB9-B08E-E7AC79C4050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07650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8247" y="347980"/>
            <a:ext cx="3831371" cy="1217930"/>
          </a:xfrm>
        </p:spPr>
        <p:txBody>
          <a:bodyPr anchor="b"/>
          <a:lstStyle>
            <a:lvl1pPr>
              <a:defRPr sz="2436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50234" y="751541"/>
            <a:ext cx="6013877" cy="3709370"/>
          </a:xfrm>
        </p:spPr>
        <p:txBody>
          <a:bodyPr/>
          <a:lstStyle>
            <a:lvl1pPr>
              <a:defRPr sz="2436"/>
            </a:lvl1pPr>
            <a:lvl2pPr>
              <a:defRPr sz="2131"/>
            </a:lvl2pPr>
            <a:lvl3pPr>
              <a:defRPr sz="1827"/>
            </a:lvl3pPr>
            <a:lvl4pPr>
              <a:defRPr sz="1522"/>
            </a:lvl4pPr>
            <a:lvl5pPr>
              <a:defRPr sz="1522"/>
            </a:lvl5pPr>
            <a:lvl6pPr>
              <a:defRPr sz="1522"/>
            </a:lvl6pPr>
            <a:lvl7pPr>
              <a:defRPr sz="1522"/>
            </a:lvl7pPr>
            <a:lvl8pPr>
              <a:defRPr sz="1522"/>
            </a:lvl8pPr>
            <a:lvl9pPr>
              <a:defRPr sz="1522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8247" y="1565910"/>
            <a:ext cx="3831371" cy="2901042"/>
          </a:xfrm>
        </p:spPr>
        <p:txBody>
          <a:bodyPr/>
          <a:lstStyle>
            <a:lvl1pPr marL="0" indent="0">
              <a:buNone/>
              <a:defRPr sz="1218"/>
            </a:lvl1pPr>
            <a:lvl2pPr marL="347975" indent="0">
              <a:buNone/>
              <a:defRPr sz="1066"/>
            </a:lvl2pPr>
            <a:lvl3pPr marL="695950" indent="0">
              <a:buNone/>
              <a:defRPr sz="913"/>
            </a:lvl3pPr>
            <a:lvl4pPr marL="1043925" indent="0">
              <a:buNone/>
              <a:defRPr sz="761"/>
            </a:lvl4pPr>
            <a:lvl5pPr marL="1391900" indent="0">
              <a:buNone/>
              <a:defRPr sz="761"/>
            </a:lvl5pPr>
            <a:lvl6pPr marL="1739875" indent="0">
              <a:buNone/>
              <a:defRPr sz="761"/>
            </a:lvl6pPr>
            <a:lvl7pPr marL="2087850" indent="0">
              <a:buNone/>
              <a:defRPr sz="761"/>
            </a:lvl7pPr>
            <a:lvl8pPr marL="2435824" indent="0">
              <a:buNone/>
              <a:defRPr sz="761"/>
            </a:lvl8pPr>
            <a:lvl9pPr marL="2783799" indent="0">
              <a:buNone/>
              <a:defRPr sz="76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986EE-3F7C-4D3D-BBD8-750034447C60}" type="datetimeFigureOut">
              <a:rPr kumimoji="1" lang="ja-JP" altLang="en-US" smtClean="0"/>
              <a:t>2025/5/9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9E9540-4DFA-4EB9-B08E-E7AC79C4050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268546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8247" y="347980"/>
            <a:ext cx="3831371" cy="1217930"/>
          </a:xfrm>
        </p:spPr>
        <p:txBody>
          <a:bodyPr anchor="b"/>
          <a:lstStyle>
            <a:lvl1pPr>
              <a:defRPr sz="2436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050234" y="751541"/>
            <a:ext cx="6013877" cy="3709370"/>
          </a:xfrm>
        </p:spPr>
        <p:txBody>
          <a:bodyPr anchor="t"/>
          <a:lstStyle>
            <a:lvl1pPr marL="0" indent="0">
              <a:buNone/>
              <a:defRPr sz="2436"/>
            </a:lvl1pPr>
            <a:lvl2pPr marL="347975" indent="0">
              <a:buNone/>
              <a:defRPr sz="2131"/>
            </a:lvl2pPr>
            <a:lvl3pPr marL="695950" indent="0">
              <a:buNone/>
              <a:defRPr sz="1827"/>
            </a:lvl3pPr>
            <a:lvl4pPr marL="1043925" indent="0">
              <a:buNone/>
              <a:defRPr sz="1522"/>
            </a:lvl4pPr>
            <a:lvl5pPr marL="1391900" indent="0">
              <a:buNone/>
              <a:defRPr sz="1522"/>
            </a:lvl5pPr>
            <a:lvl6pPr marL="1739875" indent="0">
              <a:buNone/>
              <a:defRPr sz="1522"/>
            </a:lvl6pPr>
            <a:lvl7pPr marL="2087850" indent="0">
              <a:buNone/>
              <a:defRPr sz="1522"/>
            </a:lvl7pPr>
            <a:lvl8pPr marL="2435824" indent="0">
              <a:buNone/>
              <a:defRPr sz="1522"/>
            </a:lvl8pPr>
            <a:lvl9pPr marL="2783799" indent="0">
              <a:buNone/>
              <a:defRPr sz="1522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8247" y="1565910"/>
            <a:ext cx="3831371" cy="2901042"/>
          </a:xfrm>
        </p:spPr>
        <p:txBody>
          <a:bodyPr/>
          <a:lstStyle>
            <a:lvl1pPr marL="0" indent="0">
              <a:buNone/>
              <a:defRPr sz="1218"/>
            </a:lvl1pPr>
            <a:lvl2pPr marL="347975" indent="0">
              <a:buNone/>
              <a:defRPr sz="1066"/>
            </a:lvl2pPr>
            <a:lvl3pPr marL="695950" indent="0">
              <a:buNone/>
              <a:defRPr sz="913"/>
            </a:lvl3pPr>
            <a:lvl4pPr marL="1043925" indent="0">
              <a:buNone/>
              <a:defRPr sz="761"/>
            </a:lvl4pPr>
            <a:lvl5pPr marL="1391900" indent="0">
              <a:buNone/>
              <a:defRPr sz="761"/>
            </a:lvl5pPr>
            <a:lvl6pPr marL="1739875" indent="0">
              <a:buNone/>
              <a:defRPr sz="761"/>
            </a:lvl6pPr>
            <a:lvl7pPr marL="2087850" indent="0">
              <a:buNone/>
              <a:defRPr sz="761"/>
            </a:lvl7pPr>
            <a:lvl8pPr marL="2435824" indent="0">
              <a:buNone/>
              <a:defRPr sz="761"/>
            </a:lvl8pPr>
            <a:lvl9pPr marL="2783799" indent="0">
              <a:buNone/>
              <a:defRPr sz="76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986EE-3F7C-4D3D-BBD8-750034447C60}" type="datetimeFigureOut">
              <a:rPr kumimoji="1" lang="ja-JP" altLang="en-US" smtClean="0"/>
              <a:t>2025/5/9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9E9540-4DFA-4EB9-B08E-E7AC79C4050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426603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986EE-3F7C-4D3D-BBD8-750034447C60}" type="datetimeFigureOut">
              <a:rPr kumimoji="1" lang="ja-JP" altLang="en-US" smtClean="0"/>
              <a:t>2025/5/9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9E9540-4DFA-4EB9-B08E-E7AC79C4050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698015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01098" y="277901"/>
            <a:ext cx="2561466" cy="4423454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6700" y="277901"/>
            <a:ext cx="7535907" cy="4423454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986EE-3F7C-4D3D-BBD8-750034447C60}" type="datetimeFigureOut">
              <a:rPr kumimoji="1" lang="ja-JP" altLang="en-US" smtClean="0"/>
              <a:t>2025/5/9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9E9540-4DFA-4EB9-B08E-E7AC79C4050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305542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6700" y="277901"/>
            <a:ext cx="10245864" cy="10089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6700" y="1389503"/>
            <a:ext cx="10245864" cy="33118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16699" y="4837889"/>
            <a:ext cx="2672834" cy="2779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1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E9986EE-3F7C-4D3D-BBD8-750034447C60}" type="datetimeFigureOut">
              <a:rPr kumimoji="1" lang="ja-JP" altLang="en-US" smtClean="0"/>
              <a:t>2025/5/9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35006" y="4837889"/>
            <a:ext cx="4009251" cy="2779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1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89730" y="4837889"/>
            <a:ext cx="2672834" cy="2779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1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9E9540-4DFA-4EB9-B08E-E7AC79C4050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138023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695950" rtl="0" eaLnBrk="1" latinLnBrk="0" hangingPunct="1">
        <a:lnSpc>
          <a:spcPct val="90000"/>
        </a:lnSpc>
        <a:spcBef>
          <a:spcPct val="0"/>
        </a:spcBef>
        <a:buNone/>
        <a:defRPr kumimoji="1" sz="334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3987" indent="-173987" algn="l" defTabSz="695950" rtl="0" eaLnBrk="1" latinLnBrk="0" hangingPunct="1">
        <a:lnSpc>
          <a:spcPct val="90000"/>
        </a:lnSpc>
        <a:spcBef>
          <a:spcPts val="761"/>
        </a:spcBef>
        <a:buFont typeface="Arial" panose="020B0604020202020204" pitchFamily="34" charset="0"/>
        <a:buChar char="•"/>
        <a:defRPr kumimoji="1" sz="2131" kern="1200">
          <a:solidFill>
            <a:schemeClr val="tx1"/>
          </a:solidFill>
          <a:latin typeface="+mn-lt"/>
          <a:ea typeface="+mn-ea"/>
          <a:cs typeface="+mn-cs"/>
        </a:defRPr>
      </a:lvl1pPr>
      <a:lvl2pPr marL="521962" indent="-173987" algn="l" defTabSz="695950" rtl="0" eaLnBrk="1" latinLnBrk="0" hangingPunct="1">
        <a:lnSpc>
          <a:spcPct val="90000"/>
        </a:lnSpc>
        <a:spcBef>
          <a:spcPts val="381"/>
        </a:spcBef>
        <a:buFont typeface="Arial" panose="020B0604020202020204" pitchFamily="34" charset="0"/>
        <a:buChar char="•"/>
        <a:defRPr kumimoji="1" sz="1827" kern="1200">
          <a:solidFill>
            <a:schemeClr val="tx1"/>
          </a:solidFill>
          <a:latin typeface="+mn-lt"/>
          <a:ea typeface="+mn-ea"/>
          <a:cs typeface="+mn-cs"/>
        </a:defRPr>
      </a:lvl2pPr>
      <a:lvl3pPr marL="869937" indent="-173987" algn="l" defTabSz="695950" rtl="0" eaLnBrk="1" latinLnBrk="0" hangingPunct="1">
        <a:lnSpc>
          <a:spcPct val="90000"/>
        </a:lnSpc>
        <a:spcBef>
          <a:spcPts val="381"/>
        </a:spcBef>
        <a:buFont typeface="Arial" panose="020B0604020202020204" pitchFamily="34" charset="0"/>
        <a:buChar char="•"/>
        <a:defRPr kumimoji="1" sz="1522" kern="1200">
          <a:solidFill>
            <a:schemeClr val="tx1"/>
          </a:solidFill>
          <a:latin typeface="+mn-lt"/>
          <a:ea typeface="+mn-ea"/>
          <a:cs typeface="+mn-cs"/>
        </a:defRPr>
      </a:lvl3pPr>
      <a:lvl4pPr marL="1217912" indent="-173987" algn="l" defTabSz="695950" rtl="0" eaLnBrk="1" latinLnBrk="0" hangingPunct="1">
        <a:lnSpc>
          <a:spcPct val="90000"/>
        </a:lnSpc>
        <a:spcBef>
          <a:spcPts val="381"/>
        </a:spcBef>
        <a:buFont typeface="Arial" panose="020B0604020202020204" pitchFamily="34" charset="0"/>
        <a:buChar char="•"/>
        <a:defRPr kumimoji="1" sz="1370" kern="1200">
          <a:solidFill>
            <a:schemeClr val="tx1"/>
          </a:solidFill>
          <a:latin typeface="+mn-lt"/>
          <a:ea typeface="+mn-ea"/>
          <a:cs typeface="+mn-cs"/>
        </a:defRPr>
      </a:lvl4pPr>
      <a:lvl5pPr marL="1565887" indent="-173987" algn="l" defTabSz="695950" rtl="0" eaLnBrk="1" latinLnBrk="0" hangingPunct="1">
        <a:lnSpc>
          <a:spcPct val="90000"/>
        </a:lnSpc>
        <a:spcBef>
          <a:spcPts val="381"/>
        </a:spcBef>
        <a:buFont typeface="Arial" panose="020B0604020202020204" pitchFamily="34" charset="0"/>
        <a:buChar char="•"/>
        <a:defRPr kumimoji="1" sz="1370" kern="1200">
          <a:solidFill>
            <a:schemeClr val="tx1"/>
          </a:solidFill>
          <a:latin typeface="+mn-lt"/>
          <a:ea typeface="+mn-ea"/>
          <a:cs typeface="+mn-cs"/>
        </a:defRPr>
      </a:lvl5pPr>
      <a:lvl6pPr marL="1913862" indent="-173987" algn="l" defTabSz="695950" rtl="0" eaLnBrk="1" latinLnBrk="0" hangingPunct="1">
        <a:lnSpc>
          <a:spcPct val="90000"/>
        </a:lnSpc>
        <a:spcBef>
          <a:spcPts val="381"/>
        </a:spcBef>
        <a:buFont typeface="Arial" panose="020B0604020202020204" pitchFamily="34" charset="0"/>
        <a:buChar char="•"/>
        <a:defRPr kumimoji="1" sz="1370" kern="1200">
          <a:solidFill>
            <a:schemeClr val="tx1"/>
          </a:solidFill>
          <a:latin typeface="+mn-lt"/>
          <a:ea typeface="+mn-ea"/>
          <a:cs typeface="+mn-cs"/>
        </a:defRPr>
      </a:lvl6pPr>
      <a:lvl7pPr marL="2261837" indent="-173987" algn="l" defTabSz="695950" rtl="0" eaLnBrk="1" latinLnBrk="0" hangingPunct="1">
        <a:lnSpc>
          <a:spcPct val="90000"/>
        </a:lnSpc>
        <a:spcBef>
          <a:spcPts val="381"/>
        </a:spcBef>
        <a:buFont typeface="Arial" panose="020B0604020202020204" pitchFamily="34" charset="0"/>
        <a:buChar char="•"/>
        <a:defRPr kumimoji="1" sz="1370" kern="1200">
          <a:solidFill>
            <a:schemeClr val="tx1"/>
          </a:solidFill>
          <a:latin typeface="+mn-lt"/>
          <a:ea typeface="+mn-ea"/>
          <a:cs typeface="+mn-cs"/>
        </a:defRPr>
      </a:lvl7pPr>
      <a:lvl8pPr marL="2609812" indent="-173987" algn="l" defTabSz="695950" rtl="0" eaLnBrk="1" latinLnBrk="0" hangingPunct="1">
        <a:lnSpc>
          <a:spcPct val="90000"/>
        </a:lnSpc>
        <a:spcBef>
          <a:spcPts val="381"/>
        </a:spcBef>
        <a:buFont typeface="Arial" panose="020B0604020202020204" pitchFamily="34" charset="0"/>
        <a:buChar char="•"/>
        <a:defRPr kumimoji="1" sz="1370" kern="1200">
          <a:solidFill>
            <a:schemeClr val="tx1"/>
          </a:solidFill>
          <a:latin typeface="+mn-lt"/>
          <a:ea typeface="+mn-ea"/>
          <a:cs typeface="+mn-cs"/>
        </a:defRPr>
      </a:lvl8pPr>
      <a:lvl9pPr marL="2957787" indent="-173987" algn="l" defTabSz="695950" rtl="0" eaLnBrk="1" latinLnBrk="0" hangingPunct="1">
        <a:lnSpc>
          <a:spcPct val="90000"/>
        </a:lnSpc>
        <a:spcBef>
          <a:spcPts val="381"/>
        </a:spcBef>
        <a:buFont typeface="Arial" panose="020B0604020202020204" pitchFamily="34" charset="0"/>
        <a:buChar char="•"/>
        <a:defRPr kumimoji="1" sz="137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95950" rtl="0" eaLnBrk="1" latinLnBrk="0" hangingPunct="1">
        <a:defRPr kumimoji="1" sz="1370" kern="1200">
          <a:solidFill>
            <a:schemeClr val="tx1"/>
          </a:solidFill>
          <a:latin typeface="+mn-lt"/>
          <a:ea typeface="+mn-ea"/>
          <a:cs typeface="+mn-cs"/>
        </a:defRPr>
      </a:lvl1pPr>
      <a:lvl2pPr marL="347975" algn="l" defTabSz="695950" rtl="0" eaLnBrk="1" latinLnBrk="0" hangingPunct="1">
        <a:defRPr kumimoji="1" sz="1370" kern="1200">
          <a:solidFill>
            <a:schemeClr val="tx1"/>
          </a:solidFill>
          <a:latin typeface="+mn-lt"/>
          <a:ea typeface="+mn-ea"/>
          <a:cs typeface="+mn-cs"/>
        </a:defRPr>
      </a:lvl2pPr>
      <a:lvl3pPr marL="695950" algn="l" defTabSz="695950" rtl="0" eaLnBrk="1" latinLnBrk="0" hangingPunct="1">
        <a:defRPr kumimoji="1" sz="1370" kern="1200">
          <a:solidFill>
            <a:schemeClr val="tx1"/>
          </a:solidFill>
          <a:latin typeface="+mn-lt"/>
          <a:ea typeface="+mn-ea"/>
          <a:cs typeface="+mn-cs"/>
        </a:defRPr>
      </a:lvl3pPr>
      <a:lvl4pPr marL="1043925" algn="l" defTabSz="695950" rtl="0" eaLnBrk="1" latinLnBrk="0" hangingPunct="1">
        <a:defRPr kumimoji="1" sz="1370" kern="1200">
          <a:solidFill>
            <a:schemeClr val="tx1"/>
          </a:solidFill>
          <a:latin typeface="+mn-lt"/>
          <a:ea typeface="+mn-ea"/>
          <a:cs typeface="+mn-cs"/>
        </a:defRPr>
      </a:lvl4pPr>
      <a:lvl5pPr marL="1391900" algn="l" defTabSz="695950" rtl="0" eaLnBrk="1" latinLnBrk="0" hangingPunct="1">
        <a:defRPr kumimoji="1" sz="1370" kern="1200">
          <a:solidFill>
            <a:schemeClr val="tx1"/>
          </a:solidFill>
          <a:latin typeface="+mn-lt"/>
          <a:ea typeface="+mn-ea"/>
          <a:cs typeface="+mn-cs"/>
        </a:defRPr>
      </a:lvl5pPr>
      <a:lvl6pPr marL="1739875" algn="l" defTabSz="695950" rtl="0" eaLnBrk="1" latinLnBrk="0" hangingPunct="1">
        <a:defRPr kumimoji="1" sz="1370" kern="1200">
          <a:solidFill>
            <a:schemeClr val="tx1"/>
          </a:solidFill>
          <a:latin typeface="+mn-lt"/>
          <a:ea typeface="+mn-ea"/>
          <a:cs typeface="+mn-cs"/>
        </a:defRPr>
      </a:lvl6pPr>
      <a:lvl7pPr marL="2087850" algn="l" defTabSz="695950" rtl="0" eaLnBrk="1" latinLnBrk="0" hangingPunct="1">
        <a:defRPr kumimoji="1" sz="1370" kern="1200">
          <a:solidFill>
            <a:schemeClr val="tx1"/>
          </a:solidFill>
          <a:latin typeface="+mn-lt"/>
          <a:ea typeface="+mn-ea"/>
          <a:cs typeface="+mn-cs"/>
        </a:defRPr>
      </a:lvl7pPr>
      <a:lvl8pPr marL="2435824" algn="l" defTabSz="695950" rtl="0" eaLnBrk="1" latinLnBrk="0" hangingPunct="1">
        <a:defRPr kumimoji="1" sz="1370" kern="1200">
          <a:solidFill>
            <a:schemeClr val="tx1"/>
          </a:solidFill>
          <a:latin typeface="+mn-lt"/>
          <a:ea typeface="+mn-ea"/>
          <a:cs typeface="+mn-cs"/>
        </a:defRPr>
      </a:lvl8pPr>
      <a:lvl9pPr marL="2783799" algn="l" defTabSz="695950" rtl="0" eaLnBrk="1" latinLnBrk="0" hangingPunct="1">
        <a:defRPr kumimoji="1" sz="137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グループ化 32">
            <a:extLst>
              <a:ext uri="{FF2B5EF4-FFF2-40B4-BE49-F238E27FC236}">
                <a16:creationId xmlns:a16="http://schemas.microsoft.com/office/drawing/2014/main" id="{B8A7220A-76CA-53D9-C300-21907B12C0BC}"/>
              </a:ext>
            </a:extLst>
          </p:cNvPr>
          <p:cNvGrpSpPr/>
          <p:nvPr/>
        </p:nvGrpSpPr>
        <p:grpSpPr>
          <a:xfrm>
            <a:off x="47803" y="103933"/>
            <a:ext cx="11621757" cy="5085223"/>
            <a:chOff x="236246" y="1233172"/>
            <a:chExt cx="11621757" cy="5085222"/>
          </a:xfrm>
        </p:grpSpPr>
        <p:pic>
          <p:nvPicPr>
            <p:cNvPr id="19" name="図 18">
              <a:extLst>
                <a:ext uri="{FF2B5EF4-FFF2-40B4-BE49-F238E27FC236}">
                  <a16:creationId xmlns:a16="http://schemas.microsoft.com/office/drawing/2014/main" id="{3C1E40E8-2917-CCCA-9A3F-631850FFD5C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r="1999"/>
            <a:stretch/>
          </p:blipFill>
          <p:spPr>
            <a:xfrm>
              <a:off x="5080272" y="1365126"/>
              <a:ext cx="6777731" cy="4039138"/>
            </a:xfrm>
            <a:prstGeom prst="rect">
              <a:avLst/>
            </a:prstGeom>
          </p:spPr>
        </p:pic>
        <p:pic>
          <p:nvPicPr>
            <p:cNvPr id="4" name="図 3">
              <a:extLst>
                <a:ext uri="{FF2B5EF4-FFF2-40B4-BE49-F238E27FC236}">
                  <a16:creationId xmlns:a16="http://schemas.microsoft.com/office/drawing/2014/main" id="{C1ACA347-AA49-207C-D228-294314E2D43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398144" y="1554071"/>
              <a:ext cx="3927560" cy="3649078"/>
            </a:xfrm>
            <a:prstGeom prst="rect">
              <a:avLst/>
            </a:prstGeom>
          </p:spPr>
        </p:pic>
        <p:sp>
          <p:nvSpPr>
            <p:cNvPr id="5" name="テキスト ボックス 4">
              <a:extLst>
                <a:ext uri="{FF2B5EF4-FFF2-40B4-BE49-F238E27FC236}">
                  <a16:creationId xmlns:a16="http://schemas.microsoft.com/office/drawing/2014/main" id="{DFABD773-670A-07F1-E8CF-55FB1017AB66}"/>
                </a:ext>
              </a:extLst>
            </p:cNvPr>
            <p:cNvSpPr txBox="1"/>
            <p:nvPr/>
          </p:nvSpPr>
          <p:spPr>
            <a:xfrm>
              <a:off x="1271816" y="1233172"/>
              <a:ext cx="2249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ja-JP" sz="2000" dirty="0"/>
                <a:t>30°module × 12 </a:t>
              </a:r>
              <a:endParaRPr lang="ja-JP" altLang="en-US" sz="2000" dirty="0"/>
            </a:p>
          </p:txBody>
        </p:sp>
        <p:sp>
          <p:nvSpPr>
            <p:cNvPr id="7" name="テキスト ボックス 6">
              <a:extLst>
                <a:ext uri="{FF2B5EF4-FFF2-40B4-BE49-F238E27FC236}">
                  <a16:creationId xmlns:a16="http://schemas.microsoft.com/office/drawing/2014/main" id="{C8422762-7163-612E-1639-E6B15287EC6D}"/>
                </a:ext>
              </a:extLst>
            </p:cNvPr>
            <p:cNvSpPr txBox="1"/>
            <p:nvPr/>
          </p:nvSpPr>
          <p:spPr>
            <a:xfrm>
              <a:off x="1912219" y="1978780"/>
              <a:ext cx="968534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ja-JP" sz="2200" dirty="0">
                  <a:solidFill>
                    <a:schemeClr val="bg1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SS304</a:t>
              </a:r>
              <a:endParaRPr lang="ja-JP" altLang="en-US" sz="22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endParaRPr>
            </a:p>
          </p:txBody>
        </p:sp>
        <p:sp>
          <p:nvSpPr>
            <p:cNvPr id="8" name="テキスト ボックス 7">
              <a:extLst>
                <a:ext uri="{FF2B5EF4-FFF2-40B4-BE49-F238E27FC236}">
                  <a16:creationId xmlns:a16="http://schemas.microsoft.com/office/drawing/2014/main" id="{767F2997-F6D9-B6C7-97D1-4C207558648E}"/>
                </a:ext>
              </a:extLst>
            </p:cNvPr>
            <p:cNvSpPr txBox="1"/>
            <p:nvPr/>
          </p:nvSpPr>
          <p:spPr>
            <a:xfrm>
              <a:off x="903055" y="3451739"/>
              <a:ext cx="755822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altLang="ja-JP" sz="2200" dirty="0">
                  <a:solidFill>
                    <a:schemeClr val="bg1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OFC</a:t>
              </a:r>
              <a:endParaRPr lang="ja-JP" altLang="en-US" sz="22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endParaRPr>
            </a:p>
          </p:txBody>
        </p:sp>
        <p:cxnSp>
          <p:nvCxnSpPr>
            <p:cNvPr id="9" name="直線矢印コネクタ 8">
              <a:extLst>
                <a:ext uri="{FF2B5EF4-FFF2-40B4-BE49-F238E27FC236}">
                  <a16:creationId xmlns:a16="http://schemas.microsoft.com/office/drawing/2014/main" id="{0CDBC5A6-3033-FFEB-9CDF-03193A3E796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783963" y="2582116"/>
              <a:ext cx="1084054" cy="582235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pic>
          <p:nvPicPr>
            <p:cNvPr id="10" name="図 9">
              <a:extLst>
                <a:ext uri="{FF2B5EF4-FFF2-40B4-BE49-F238E27FC236}">
                  <a16:creationId xmlns:a16="http://schemas.microsoft.com/office/drawing/2014/main" id="{E590D526-F766-6A85-3CC5-089DB325534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385514" y="2978353"/>
              <a:ext cx="1491875" cy="761397"/>
            </a:xfrm>
            <a:prstGeom prst="rect">
              <a:avLst/>
            </a:prstGeom>
          </p:spPr>
        </p:pic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" name="テキスト ボックス 10">
                  <a:extLst>
                    <a:ext uri="{FF2B5EF4-FFF2-40B4-BE49-F238E27FC236}">
                      <a16:creationId xmlns:a16="http://schemas.microsoft.com/office/drawing/2014/main" id="{8B0D92C7-D504-9501-7214-9AA4329E35DE}"/>
                    </a:ext>
                  </a:extLst>
                </p:cNvPr>
                <p:cNvSpPr txBox="1"/>
                <p:nvPr/>
              </p:nvSpPr>
              <p:spPr>
                <a:xfrm>
                  <a:off x="5035002" y="2350013"/>
                  <a:ext cx="463140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28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oMath>
                    </m:oMathPara>
                  </a14:m>
                  <a:endParaRPr lang="ja-JP" altLang="en-US" sz="28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>
            <p:sp>
              <p:nvSpPr>
                <p:cNvPr id="11" name="テキスト ボックス 10">
                  <a:extLst>
                    <a:ext uri="{FF2B5EF4-FFF2-40B4-BE49-F238E27FC236}">
                      <a16:creationId xmlns:a16="http://schemas.microsoft.com/office/drawing/2014/main" id="{8B0D92C7-D504-9501-7214-9AA4329E35D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35002" y="2350013"/>
                  <a:ext cx="463140" cy="52322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テキスト ボックス 11">
                  <a:extLst>
                    <a:ext uri="{FF2B5EF4-FFF2-40B4-BE49-F238E27FC236}">
                      <a16:creationId xmlns:a16="http://schemas.microsoft.com/office/drawing/2014/main" id="{6FFD9AF7-39D9-53C0-7A4C-CBC434C9A76F}"/>
                    </a:ext>
                  </a:extLst>
                </p:cNvPr>
                <p:cNvSpPr txBox="1"/>
                <p:nvPr/>
              </p:nvSpPr>
              <p:spPr>
                <a:xfrm>
                  <a:off x="6673385" y="3589965"/>
                  <a:ext cx="770659" cy="51328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ja-JP" sz="2800" i="1" dirty="0">
                                <a:solidFill>
                                  <a:srgbClr val="66FF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ja-JP" sz="2800" i="1" dirty="0">
                                <a:solidFill>
                                  <a:srgbClr val="66FF33"/>
                                </a:solidFill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p>
                            <m:r>
                              <a:rPr lang="en-US" altLang="ja-JP" sz="2800" i="1" dirty="0">
                                <a:solidFill>
                                  <a:srgbClr val="66FF33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</m:sup>
                        </m:sSup>
                      </m:oMath>
                    </m:oMathPara>
                  </a14:m>
                  <a:endParaRPr lang="ja-JP" altLang="en-US" sz="2800" baseline="30000" dirty="0">
                    <a:solidFill>
                      <a:srgbClr val="66FF33"/>
                    </a:solidFill>
                  </a:endParaRPr>
                </a:p>
              </p:txBody>
            </p:sp>
          </mc:Choice>
          <mc:Fallback xmlns="">
            <p:sp>
              <p:nvSpPr>
                <p:cNvPr id="12" name="テキスト ボックス 11">
                  <a:extLst>
                    <a:ext uri="{FF2B5EF4-FFF2-40B4-BE49-F238E27FC236}">
                      <a16:creationId xmlns:a16="http://schemas.microsoft.com/office/drawing/2014/main" id="{6FFD9AF7-39D9-53C0-7A4C-CBC434C9A76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73385" y="3589965"/>
                  <a:ext cx="770659" cy="51328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" name="楕円 12">
              <a:extLst>
                <a:ext uri="{FF2B5EF4-FFF2-40B4-BE49-F238E27FC236}">
                  <a16:creationId xmlns:a16="http://schemas.microsoft.com/office/drawing/2014/main" id="{B43064FB-F310-E6CB-75C3-E1695BEF8733}"/>
                </a:ext>
              </a:extLst>
            </p:cNvPr>
            <p:cNvSpPr/>
            <p:nvPr/>
          </p:nvSpPr>
          <p:spPr>
            <a:xfrm>
              <a:off x="2127667" y="3364353"/>
              <a:ext cx="391432" cy="391432"/>
            </a:xfrm>
            <a:prstGeom prst="ellipse">
              <a:avLst/>
            </a:prstGeom>
            <a:noFill/>
            <a:ln>
              <a:solidFill>
                <a:srgbClr val="66FF3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/>
            </a:p>
          </p:txBody>
        </p:sp>
        <p:sp>
          <p:nvSpPr>
            <p:cNvPr id="14" name="円弧 13">
              <a:extLst>
                <a:ext uri="{FF2B5EF4-FFF2-40B4-BE49-F238E27FC236}">
                  <a16:creationId xmlns:a16="http://schemas.microsoft.com/office/drawing/2014/main" id="{299D802D-25B3-2CDD-ADAF-E55480183F88}"/>
                </a:ext>
              </a:extLst>
            </p:cNvPr>
            <p:cNvSpPr/>
            <p:nvPr/>
          </p:nvSpPr>
          <p:spPr>
            <a:xfrm flipH="1">
              <a:off x="1970078" y="3353743"/>
              <a:ext cx="618278" cy="618278"/>
            </a:xfrm>
            <a:prstGeom prst="arc">
              <a:avLst>
                <a:gd name="adj1" fmla="val 15402338"/>
                <a:gd name="adj2" fmla="val 10636804"/>
              </a:avLst>
            </a:prstGeom>
            <a:ln w="19050">
              <a:solidFill>
                <a:srgbClr val="66FF3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ja-JP" altLang="en-US"/>
            </a:p>
          </p:txBody>
        </p:sp>
        <p:cxnSp>
          <p:nvCxnSpPr>
            <p:cNvPr id="15" name="直線矢印コネクタ 14">
              <a:extLst>
                <a:ext uri="{FF2B5EF4-FFF2-40B4-BE49-F238E27FC236}">
                  <a16:creationId xmlns:a16="http://schemas.microsoft.com/office/drawing/2014/main" id="{F71E677F-BB3A-EB09-01E9-4DCFC6C7796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61925" y="3162232"/>
              <a:ext cx="428261" cy="219963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6" name="テキスト ボックス 15">
              <a:extLst>
                <a:ext uri="{FF2B5EF4-FFF2-40B4-BE49-F238E27FC236}">
                  <a16:creationId xmlns:a16="http://schemas.microsoft.com/office/drawing/2014/main" id="{7AD38C91-4154-A548-B948-7C3DCB9301F1}"/>
                </a:ext>
              </a:extLst>
            </p:cNvPr>
            <p:cNvSpPr txBox="1"/>
            <p:nvPr/>
          </p:nvSpPr>
          <p:spPr>
            <a:xfrm rot="19987444">
              <a:off x="2236825" y="3003211"/>
              <a:ext cx="52610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altLang="ja-JP" sz="1600" dirty="0"/>
                <a:t>150</a:t>
              </a:r>
              <a:endParaRPr lang="ja-JP" altLang="en-US" sz="1600" dirty="0"/>
            </a:p>
          </p:txBody>
        </p:sp>
        <p:sp>
          <p:nvSpPr>
            <p:cNvPr id="17" name="テキスト ボックス 16">
              <a:extLst>
                <a:ext uri="{FF2B5EF4-FFF2-40B4-BE49-F238E27FC236}">
                  <a16:creationId xmlns:a16="http://schemas.microsoft.com/office/drawing/2014/main" id="{5676D072-D4C0-918D-C1DB-24815868B61C}"/>
                </a:ext>
              </a:extLst>
            </p:cNvPr>
            <p:cNvSpPr txBox="1"/>
            <p:nvPr/>
          </p:nvSpPr>
          <p:spPr>
            <a:xfrm>
              <a:off x="809986" y="5071494"/>
              <a:ext cx="3856312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dirty="0"/>
                <a:t>OFC modules at high radiation region</a:t>
              </a:r>
              <a:br>
                <a:rPr lang="en-US" altLang="ja-JP" dirty="0"/>
              </a:br>
              <a:r>
                <a:rPr lang="en-US" altLang="ja-JP" dirty="0"/>
                <a:t>(the other side is for weight balance).</a:t>
              </a:r>
              <a:endParaRPr lang="ja-JP" altLang="en-US" dirty="0"/>
            </a:p>
          </p:txBody>
        </p:sp>
        <p:cxnSp>
          <p:nvCxnSpPr>
            <p:cNvPr id="18" name="直線矢印コネクタ 17">
              <a:extLst>
                <a:ext uri="{FF2B5EF4-FFF2-40B4-BE49-F238E27FC236}">
                  <a16:creationId xmlns:a16="http://schemas.microsoft.com/office/drawing/2014/main" id="{9E2FE375-C406-6A02-A105-8211DA05AC0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746427" y="3794378"/>
              <a:ext cx="83576" cy="1315329"/>
            </a:xfrm>
            <a:prstGeom prst="straightConnector1">
              <a:avLst/>
            </a:prstGeom>
            <a:ln>
              <a:tailEnd type="oval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0" name="フリーフォーム: 図形 19">
              <a:extLst>
                <a:ext uri="{FF2B5EF4-FFF2-40B4-BE49-F238E27FC236}">
                  <a16:creationId xmlns:a16="http://schemas.microsoft.com/office/drawing/2014/main" id="{C9D7C714-6063-89E8-E4AE-888B6A4C1184}"/>
                </a:ext>
              </a:extLst>
            </p:cNvPr>
            <p:cNvSpPr/>
            <p:nvPr/>
          </p:nvSpPr>
          <p:spPr>
            <a:xfrm>
              <a:off x="6589984" y="3149912"/>
              <a:ext cx="1896884" cy="572870"/>
            </a:xfrm>
            <a:custGeom>
              <a:avLst/>
              <a:gdLst>
                <a:gd name="connsiteX0" fmla="*/ 1739900 w 1739900"/>
                <a:gd name="connsiteY0" fmla="*/ 359677 h 633207"/>
                <a:gd name="connsiteX1" fmla="*/ 1498600 w 1739900"/>
                <a:gd name="connsiteY1" fmla="*/ 112027 h 633207"/>
                <a:gd name="connsiteX2" fmla="*/ 1022350 w 1739900"/>
                <a:gd name="connsiteY2" fmla="*/ 632727 h 633207"/>
                <a:gd name="connsiteX3" fmla="*/ 469900 w 1739900"/>
                <a:gd name="connsiteY3" fmla="*/ 4077 h 633207"/>
                <a:gd name="connsiteX4" fmla="*/ 0 w 1739900"/>
                <a:gd name="connsiteY4" fmla="*/ 410477 h 633207"/>
                <a:gd name="connsiteX0" fmla="*/ 1739900 w 1739900"/>
                <a:gd name="connsiteY0" fmla="*/ 359677 h 469249"/>
                <a:gd name="connsiteX1" fmla="*/ 1498600 w 1739900"/>
                <a:gd name="connsiteY1" fmla="*/ 112027 h 469249"/>
                <a:gd name="connsiteX2" fmla="*/ 1044575 w 1739900"/>
                <a:gd name="connsiteY2" fmla="*/ 468591 h 469249"/>
                <a:gd name="connsiteX3" fmla="*/ 469900 w 1739900"/>
                <a:gd name="connsiteY3" fmla="*/ 4077 h 469249"/>
                <a:gd name="connsiteX4" fmla="*/ 0 w 1739900"/>
                <a:gd name="connsiteY4" fmla="*/ 410477 h 469249"/>
                <a:gd name="connsiteX0" fmla="*/ 1739900 w 1739900"/>
                <a:gd name="connsiteY0" fmla="*/ 359677 h 469249"/>
                <a:gd name="connsiteX1" fmla="*/ 1543050 w 1739900"/>
                <a:gd name="connsiteY1" fmla="*/ 112027 h 469249"/>
                <a:gd name="connsiteX2" fmla="*/ 1044575 w 1739900"/>
                <a:gd name="connsiteY2" fmla="*/ 468591 h 469249"/>
                <a:gd name="connsiteX3" fmla="*/ 469900 w 1739900"/>
                <a:gd name="connsiteY3" fmla="*/ 4077 h 469249"/>
                <a:gd name="connsiteX4" fmla="*/ 0 w 1739900"/>
                <a:gd name="connsiteY4" fmla="*/ 410477 h 469249"/>
                <a:gd name="connsiteX0" fmla="*/ 1739900 w 1739900"/>
                <a:gd name="connsiteY0" fmla="*/ 359677 h 452178"/>
                <a:gd name="connsiteX1" fmla="*/ 1543050 w 1739900"/>
                <a:gd name="connsiteY1" fmla="*/ 112027 h 452178"/>
                <a:gd name="connsiteX2" fmla="*/ 1181100 w 1739900"/>
                <a:gd name="connsiteY2" fmla="*/ 451493 h 452178"/>
                <a:gd name="connsiteX3" fmla="*/ 469900 w 1739900"/>
                <a:gd name="connsiteY3" fmla="*/ 4077 h 452178"/>
                <a:gd name="connsiteX4" fmla="*/ 0 w 1739900"/>
                <a:gd name="connsiteY4" fmla="*/ 410477 h 452178"/>
                <a:gd name="connsiteX0" fmla="*/ 1739900 w 1739900"/>
                <a:gd name="connsiteY0" fmla="*/ 386641 h 479510"/>
                <a:gd name="connsiteX1" fmla="*/ 1543050 w 1739900"/>
                <a:gd name="connsiteY1" fmla="*/ 138991 h 479510"/>
                <a:gd name="connsiteX2" fmla="*/ 1181100 w 1739900"/>
                <a:gd name="connsiteY2" fmla="*/ 478457 h 479510"/>
                <a:gd name="connsiteX3" fmla="*/ 590550 w 1739900"/>
                <a:gd name="connsiteY3" fmla="*/ 3686 h 479510"/>
                <a:gd name="connsiteX4" fmla="*/ 0 w 1739900"/>
                <a:gd name="connsiteY4" fmla="*/ 437441 h 479510"/>
                <a:gd name="connsiteX0" fmla="*/ 1739900 w 1739900"/>
                <a:gd name="connsiteY0" fmla="*/ 386641 h 479510"/>
                <a:gd name="connsiteX1" fmla="*/ 1543050 w 1739900"/>
                <a:gd name="connsiteY1" fmla="*/ 138991 h 479510"/>
                <a:gd name="connsiteX2" fmla="*/ 1181100 w 1739900"/>
                <a:gd name="connsiteY2" fmla="*/ 478457 h 479510"/>
                <a:gd name="connsiteX3" fmla="*/ 565150 w 1739900"/>
                <a:gd name="connsiteY3" fmla="*/ 3686 h 479510"/>
                <a:gd name="connsiteX4" fmla="*/ 0 w 1739900"/>
                <a:gd name="connsiteY4" fmla="*/ 437441 h 479510"/>
                <a:gd name="connsiteX0" fmla="*/ 1739900 w 1739900"/>
                <a:gd name="connsiteY0" fmla="*/ 386558 h 479427"/>
                <a:gd name="connsiteX1" fmla="*/ 1543050 w 1739900"/>
                <a:gd name="connsiteY1" fmla="*/ 138908 h 479427"/>
                <a:gd name="connsiteX2" fmla="*/ 1181100 w 1739900"/>
                <a:gd name="connsiteY2" fmla="*/ 478374 h 479427"/>
                <a:gd name="connsiteX3" fmla="*/ 565150 w 1739900"/>
                <a:gd name="connsiteY3" fmla="*/ 3603 h 479427"/>
                <a:gd name="connsiteX4" fmla="*/ 0 w 1739900"/>
                <a:gd name="connsiteY4" fmla="*/ 437358 h 479427"/>
                <a:gd name="connsiteX0" fmla="*/ 1739900 w 1739900"/>
                <a:gd name="connsiteY0" fmla="*/ 386517 h 479386"/>
                <a:gd name="connsiteX1" fmla="*/ 1543050 w 1739900"/>
                <a:gd name="connsiteY1" fmla="*/ 138867 h 479386"/>
                <a:gd name="connsiteX2" fmla="*/ 1181100 w 1739900"/>
                <a:gd name="connsiteY2" fmla="*/ 478333 h 479386"/>
                <a:gd name="connsiteX3" fmla="*/ 565150 w 1739900"/>
                <a:gd name="connsiteY3" fmla="*/ 3562 h 479386"/>
                <a:gd name="connsiteX4" fmla="*/ 0 w 1739900"/>
                <a:gd name="connsiteY4" fmla="*/ 437317 h 479386"/>
                <a:gd name="connsiteX0" fmla="*/ 1739900 w 1739900"/>
                <a:gd name="connsiteY0" fmla="*/ 386088 h 478957"/>
                <a:gd name="connsiteX1" fmla="*/ 1543050 w 1739900"/>
                <a:gd name="connsiteY1" fmla="*/ 138438 h 478957"/>
                <a:gd name="connsiteX2" fmla="*/ 1181100 w 1739900"/>
                <a:gd name="connsiteY2" fmla="*/ 477904 h 478957"/>
                <a:gd name="connsiteX3" fmla="*/ 565150 w 1739900"/>
                <a:gd name="connsiteY3" fmla="*/ 3133 h 478957"/>
                <a:gd name="connsiteX4" fmla="*/ 0 w 1739900"/>
                <a:gd name="connsiteY4" fmla="*/ 436888 h 478957"/>
                <a:gd name="connsiteX0" fmla="*/ 1739900 w 1739900"/>
                <a:gd name="connsiteY0" fmla="*/ 385537 h 478406"/>
                <a:gd name="connsiteX1" fmla="*/ 1543050 w 1739900"/>
                <a:gd name="connsiteY1" fmla="*/ 137887 h 478406"/>
                <a:gd name="connsiteX2" fmla="*/ 1181100 w 1739900"/>
                <a:gd name="connsiteY2" fmla="*/ 477353 h 478406"/>
                <a:gd name="connsiteX3" fmla="*/ 565150 w 1739900"/>
                <a:gd name="connsiteY3" fmla="*/ 2582 h 478406"/>
                <a:gd name="connsiteX4" fmla="*/ 0 w 1739900"/>
                <a:gd name="connsiteY4" fmla="*/ 436337 h 478406"/>
                <a:gd name="connsiteX0" fmla="*/ 1739900 w 1739900"/>
                <a:gd name="connsiteY0" fmla="*/ 352941 h 445378"/>
                <a:gd name="connsiteX1" fmla="*/ 1543050 w 1739900"/>
                <a:gd name="connsiteY1" fmla="*/ 105291 h 445378"/>
                <a:gd name="connsiteX2" fmla="*/ 1181100 w 1739900"/>
                <a:gd name="connsiteY2" fmla="*/ 444757 h 445378"/>
                <a:gd name="connsiteX3" fmla="*/ 702310 w 1739900"/>
                <a:gd name="connsiteY3" fmla="*/ 2813 h 445378"/>
                <a:gd name="connsiteX4" fmla="*/ 0 w 1739900"/>
                <a:gd name="connsiteY4" fmla="*/ 403741 h 445378"/>
                <a:gd name="connsiteX0" fmla="*/ 1739900 w 1739900"/>
                <a:gd name="connsiteY0" fmla="*/ 352941 h 445377"/>
                <a:gd name="connsiteX1" fmla="*/ 1543050 w 1739900"/>
                <a:gd name="connsiteY1" fmla="*/ 105291 h 445377"/>
                <a:gd name="connsiteX2" fmla="*/ 1181100 w 1739900"/>
                <a:gd name="connsiteY2" fmla="*/ 444757 h 445377"/>
                <a:gd name="connsiteX3" fmla="*/ 702310 w 1739900"/>
                <a:gd name="connsiteY3" fmla="*/ 2813 h 445377"/>
                <a:gd name="connsiteX4" fmla="*/ 0 w 1739900"/>
                <a:gd name="connsiteY4" fmla="*/ 403741 h 445377"/>
                <a:gd name="connsiteX0" fmla="*/ 1739900 w 1739900"/>
                <a:gd name="connsiteY0" fmla="*/ 352714 h 445150"/>
                <a:gd name="connsiteX1" fmla="*/ 1543050 w 1739900"/>
                <a:gd name="connsiteY1" fmla="*/ 105064 h 445150"/>
                <a:gd name="connsiteX2" fmla="*/ 1181100 w 1739900"/>
                <a:gd name="connsiteY2" fmla="*/ 444530 h 445150"/>
                <a:gd name="connsiteX3" fmla="*/ 702310 w 1739900"/>
                <a:gd name="connsiteY3" fmla="*/ 2586 h 445150"/>
                <a:gd name="connsiteX4" fmla="*/ 0 w 1739900"/>
                <a:gd name="connsiteY4" fmla="*/ 403514 h 445150"/>
                <a:gd name="connsiteX0" fmla="*/ 1739900 w 1739900"/>
                <a:gd name="connsiteY0" fmla="*/ 350167 h 442603"/>
                <a:gd name="connsiteX1" fmla="*/ 1543050 w 1739900"/>
                <a:gd name="connsiteY1" fmla="*/ 102517 h 442603"/>
                <a:gd name="connsiteX2" fmla="*/ 1181100 w 1739900"/>
                <a:gd name="connsiteY2" fmla="*/ 441983 h 442603"/>
                <a:gd name="connsiteX3" fmla="*/ 702310 w 1739900"/>
                <a:gd name="connsiteY3" fmla="*/ 39 h 442603"/>
                <a:gd name="connsiteX4" fmla="*/ 0 w 1739900"/>
                <a:gd name="connsiteY4" fmla="*/ 400967 h 442603"/>
                <a:gd name="connsiteX0" fmla="*/ 1739900 w 1739900"/>
                <a:gd name="connsiteY0" fmla="*/ 350167 h 442603"/>
                <a:gd name="connsiteX1" fmla="*/ 1543050 w 1739900"/>
                <a:gd name="connsiteY1" fmla="*/ 102517 h 442603"/>
                <a:gd name="connsiteX2" fmla="*/ 1181100 w 1739900"/>
                <a:gd name="connsiteY2" fmla="*/ 441983 h 442603"/>
                <a:gd name="connsiteX3" fmla="*/ 702310 w 1739900"/>
                <a:gd name="connsiteY3" fmla="*/ 39 h 442603"/>
                <a:gd name="connsiteX4" fmla="*/ 0 w 1739900"/>
                <a:gd name="connsiteY4" fmla="*/ 400967 h 442603"/>
                <a:gd name="connsiteX0" fmla="*/ 1739900 w 1739900"/>
                <a:gd name="connsiteY0" fmla="*/ 350167 h 442603"/>
                <a:gd name="connsiteX1" fmla="*/ 1543050 w 1739900"/>
                <a:gd name="connsiteY1" fmla="*/ 102517 h 442603"/>
                <a:gd name="connsiteX2" fmla="*/ 1181100 w 1739900"/>
                <a:gd name="connsiteY2" fmla="*/ 441983 h 442603"/>
                <a:gd name="connsiteX3" fmla="*/ 702310 w 1739900"/>
                <a:gd name="connsiteY3" fmla="*/ 39 h 442603"/>
                <a:gd name="connsiteX4" fmla="*/ 0 w 1739900"/>
                <a:gd name="connsiteY4" fmla="*/ 400967 h 442603"/>
                <a:gd name="connsiteX0" fmla="*/ 1739900 w 1739900"/>
                <a:gd name="connsiteY0" fmla="*/ 350397 h 442833"/>
                <a:gd name="connsiteX1" fmla="*/ 1543050 w 1739900"/>
                <a:gd name="connsiteY1" fmla="*/ 102747 h 442833"/>
                <a:gd name="connsiteX2" fmla="*/ 1181100 w 1739900"/>
                <a:gd name="connsiteY2" fmla="*/ 442213 h 442833"/>
                <a:gd name="connsiteX3" fmla="*/ 702310 w 1739900"/>
                <a:gd name="connsiteY3" fmla="*/ 269 h 442833"/>
                <a:gd name="connsiteX4" fmla="*/ 0 w 1739900"/>
                <a:gd name="connsiteY4" fmla="*/ 401197 h 442833"/>
                <a:gd name="connsiteX0" fmla="*/ 1739900 w 1739900"/>
                <a:gd name="connsiteY0" fmla="*/ 350397 h 442833"/>
                <a:gd name="connsiteX1" fmla="*/ 1543050 w 1739900"/>
                <a:gd name="connsiteY1" fmla="*/ 102747 h 442833"/>
                <a:gd name="connsiteX2" fmla="*/ 1181100 w 1739900"/>
                <a:gd name="connsiteY2" fmla="*/ 442213 h 442833"/>
                <a:gd name="connsiteX3" fmla="*/ 702310 w 1739900"/>
                <a:gd name="connsiteY3" fmla="*/ 269 h 442833"/>
                <a:gd name="connsiteX4" fmla="*/ 0 w 1739900"/>
                <a:gd name="connsiteY4" fmla="*/ 401197 h 442833"/>
                <a:gd name="connsiteX0" fmla="*/ 1747520 w 1747520"/>
                <a:gd name="connsiteY0" fmla="*/ 350132 h 450173"/>
                <a:gd name="connsiteX1" fmla="*/ 1550670 w 1747520"/>
                <a:gd name="connsiteY1" fmla="*/ 102482 h 450173"/>
                <a:gd name="connsiteX2" fmla="*/ 1188720 w 1747520"/>
                <a:gd name="connsiteY2" fmla="*/ 441948 h 450173"/>
                <a:gd name="connsiteX3" fmla="*/ 709930 w 1747520"/>
                <a:gd name="connsiteY3" fmla="*/ 4 h 450173"/>
                <a:gd name="connsiteX4" fmla="*/ 0 w 1747520"/>
                <a:gd name="connsiteY4" fmla="*/ 450173 h 450173"/>
                <a:gd name="connsiteX0" fmla="*/ 1747520 w 1747520"/>
                <a:gd name="connsiteY0" fmla="*/ 350132 h 450173"/>
                <a:gd name="connsiteX1" fmla="*/ 1550670 w 1747520"/>
                <a:gd name="connsiteY1" fmla="*/ 102482 h 450173"/>
                <a:gd name="connsiteX2" fmla="*/ 1188720 w 1747520"/>
                <a:gd name="connsiteY2" fmla="*/ 441948 h 450173"/>
                <a:gd name="connsiteX3" fmla="*/ 709930 w 1747520"/>
                <a:gd name="connsiteY3" fmla="*/ 4 h 450173"/>
                <a:gd name="connsiteX4" fmla="*/ 0 w 1747520"/>
                <a:gd name="connsiteY4" fmla="*/ 450173 h 450173"/>
                <a:gd name="connsiteX0" fmla="*/ 1747520 w 1747520"/>
                <a:gd name="connsiteY0" fmla="*/ 350132 h 450173"/>
                <a:gd name="connsiteX1" fmla="*/ 1550670 w 1747520"/>
                <a:gd name="connsiteY1" fmla="*/ 102482 h 450173"/>
                <a:gd name="connsiteX2" fmla="*/ 1188720 w 1747520"/>
                <a:gd name="connsiteY2" fmla="*/ 441948 h 450173"/>
                <a:gd name="connsiteX3" fmla="*/ 709930 w 1747520"/>
                <a:gd name="connsiteY3" fmla="*/ 4 h 450173"/>
                <a:gd name="connsiteX4" fmla="*/ 0 w 1747520"/>
                <a:gd name="connsiteY4" fmla="*/ 450173 h 450173"/>
                <a:gd name="connsiteX0" fmla="*/ 1747520 w 1747520"/>
                <a:gd name="connsiteY0" fmla="*/ 350132 h 450173"/>
                <a:gd name="connsiteX1" fmla="*/ 1550670 w 1747520"/>
                <a:gd name="connsiteY1" fmla="*/ 102482 h 450173"/>
                <a:gd name="connsiteX2" fmla="*/ 1188720 w 1747520"/>
                <a:gd name="connsiteY2" fmla="*/ 441948 h 450173"/>
                <a:gd name="connsiteX3" fmla="*/ 709930 w 1747520"/>
                <a:gd name="connsiteY3" fmla="*/ 4 h 450173"/>
                <a:gd name="connsiteX4" fmla="*/ 0 w 1747520"/>
                <a:gd name="connsiteY4" fmla="*/ 450173 h 450173"/>
                <a:gd name="connsiteX0" fmla="*/ 1747520 w 1747520"/>
                <a:gd name="connsiteY0" fmla="*/ 350132 h 450173"/>
                <a:gd name="connsiteX1" fmla="*/ 1550670 w 1747520"/>
                <a:gd name="connsiteY1" fmla="*/ 102482 h 450173"/>
                <a:gd name="connsiteX2" fmla="*/ 1188720 w 1747520"/>
                <a:gd name="connsiteY2" fmla="*/ 441948 h 450173"/>
                <a:gd name="connsiteX3" fmla="*/ 709930 w 1747520"/>
                <a:gd name="connsiteY3" fmla="*/ 4 h 450173"/>
                <a:gd name="connsiteX4" fmla="*/ 0 w 1747520"/>
                <a:gd name="connsiteY4" fmla="*/ 450173 h 450173"/>
                <a:gd name="connsiteX0" fmla="*/ 1747520 w 1747520"/>
                <a:gd name="connsiteY0" fmla="*/ 350132 h 450173"/>
                <a:gd name="connsiteX1" fmla="*/ 1550670 w 1747520"/>
                <a:gd name="connsiteY1" fmla="*/ 102482 h 450173"/>
                <a:gd name="connsiteX2" fmla="*/ 1188720 w 1747520"/>
                <a:gd name="connsiteY2" fmla="*/ 441948 h 450173"/>
                <a:gd name="connsiteX3" fmla="*/ 709930 w 1747520"/>
                <a:gd name="connsiteY3" fmla="*/ 4 h 450173"/>
                <a:gd name="connsiteX4" fmla="*/ 0 w 1747520"/>
                <a:gd name="connsiteY4" fmla="*/ 450173 h 450173"/>
                <a:gd name="connsiteX0" fmla="*/ 1747520 w 1747520"/>
                <a:gd name="connsiteY0" fmla="*/ 350132 h 450173"/>
                <a:gd name="connsiteX1" fmla="*/ 1550670 w 1747520"/>
                <a:gd name="connsiteY1" fmla="*/ 102482 h 450173"/>
                <a:gd name="connsiteX2" fmla="*/ 1188720 w 1747520"/>
                <a:gd name="connsiteY2" fmla="*/ 441948 h 450173"/>
                <a:gd name="connsiteX3" fmla="*/ 709930 w 1747520"/>
                <a:gd name="connsiteY3" fmla="*/ 4 h 450173"/>
                <a:gd name="connsiteX4" fmla="*/ 0 w 1747520"/>
                <a:gd name="connsiteY4" fmla="*/ 450173 h 450173"/>
                <a:gd name="connsiteX0" fmla="*/ 1747520 w 1747520"/>
                <a:gd name="connsiteY0" fmla="*/ 350132 h 450173"/>
                <a:gd name="connsiteX1" fmla="*/ 1550670 w 1747520"/>
                <a:gd name="connsiteY1" fmla="*/ 102482 h 450173"/>
                <a:gd name="connsiteX2" fmla="*/ 1188720 w 1747520"/>
                <a:gd name="connsiteY2" fmla="*/ 441948 h 450173"/>
                <a:gd name="connsiteX3" fmla="*/ 709930 w 1747520"/>
                <a:gd name="connsiteY3" fmla="*/ 4 h 450173"/>
                <a:gd name="connsiteX4" fmla="*/ 0 w 1747520"/>
                <a:gd name="connsiteY4" fmla="*/ 450173 h 450173"/>
                <a:gd name="connsiteX0" fmla="*/ 1747520 w 1747520"/>
                <a:gd name="connsiteY0" fmla="*/ 350194 h 488174"/>
                <a:gd name="connsiteX1" fmla="*/ 1550670 w 1747520"/>
                <a:gd name="connsiteY1" fmla="*/ 102544 h 488174"/>
                <a:gd name="connsiteX2" fmla="*/ 1188720 w 1747520"/>
                <a:gd name="connsiteY2" fmla="*/ 488174 h 488174"/>
                <a:gd name="connsiteX3" fmla="*/ 709930 w 1747520"/>
                <a:gd name="connsiteY3" fmla="*/ 66 h 488174"/>
                <a:gd name="connsiteX4" fmla="*/ 0 w 1747520"/>
                <a:gd name="connsiteY4" fmla="*/ 450235 h 488174"/>
                <a:gd name="connsiteX0" fmla="*/ 1747520 w 1747520"/>
                <a:gd name="connsiteY0" fmla="*/ 350143 h 506606"/>
                <a:gd name="connsiteX1" fmla="*/ 1550670 w 1747520"/>
                <a:gd name="connsiteY1" fmla="*/ 102493 h 506606"/>
                <a:gd name="connsiteX2" fmla="*/ 1188720 w 1747520"/>
                <a:gd name="connsiteY2" fmla="*/ 488123 h 506606"/>
                <a:gd name="connsiteX3" fmla="*/ 709930 w 1747520"/>
                <a:gd name="connsiteY3" fmla="*/ 15 h 506606"/>
                <a:gd name="connsiteX4" fmla="*/ 0 w 1747520"/>
                <a:gd name="connsiteY4" fmla="*/ 506605 h 506606"/>
                <a:gd name="connsiteX0" fmla="*/ 1747520 w 1747520"/>
                <a:gd name="connsiteY0" fmla="*/ 350389 h 568401"/>
                <a:gd name="connsiteX1" fmla="*/ 1550670 w 1747520"/>
                <a:gd name="connsiteY1" fmla="*/ 102739 h 568401"/>
                <a:gd name="connsiteX2" fmla="*/ 1188720 w 1747520"/>
                <a:gd name="connsiteY2" fmla="*/ 488369 h 568401"/>
                <a:gd name="connsiteX3" fmla="*/ 709930 w 1747520"/>
                <a:gd name="connsiteY3" fmla="*/ 261 h 568401"/>
                <a:gd name="connsiteX4" fmla="*/ 0 w 1747520"/>
                <a:gd name="connsiteY4" fmla="*/ 568402 h 568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47520" h="568401">
                  <a:moveTo>
                    <a:pt x="1747520" y="350389"/>
                  </a:moveTo>
                  <a:cubicBezTo>
                    <a:pt x="1702541" y="220907"/>
                    <a:pt x="1643803" y="79742"/>
                    <a:pt x="1550670" y="102739"/>
                  </a:cubicBezTo>
                  <a:cubicBezTo>
                    <a:pt x="1457537" y="125736"/>
                    <a:pt x="1338368" y="488352"/>
                    <a:pt x="1188720" y="488369"/>
                  </a:cubicBezTo>
                  <a:cubicBezTo>
                    <a:pt x="1039072" y="488386"/>
                    <a:pt x="908050" y="-13078"/>
                    <a:pt x="709930" y="261"/>
                  </a:cubicBezTo>
                  <a:cubicBezTo>
                    <a:pt x="511810" y="13600"/>
                    <a:pt x="338349" y="551850"/>
                    <a:pt x="0" y="568402"/>
                  </a:cubicBezTo>
                </a:path>
              </a:pathLst>
            </a:custGeom>
            <a:noFill/>
            <a:ln>
              <a:solidFill>
                <a:srgbClr val="66FF3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/>
            </a:p>
          </p:txBody>
        </p:sp>
        <p:sp>
          <p:nvSpPr>
            <p:cNvPr id="21" name="テキスト ボックス 20">
              <a:extLst>
                <a:ext uri="{FF2B5EF4-FFF2-40B4-BE49-F238E27FC236}">
                  <a16:creationId xmlns:a16="http://schemas.microsoft.com/office/drawing/2014/main" id="{22427205-ACE7-16A8-2D60-E4584AFE1A9E}"/>
                </a:ext>
              </a:extLst>
            </p:cNvPr>
            <p:cNvSpPr txBox="1"/>
            <p:nvPr/>
          </p:nvSpPr>
          <p:spPr>
            <a:xfrm>
              <a:off x="8155911" y="2171176"/>
              <a:ext cx="947477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ja-JP" sz="2200" dirty="0">
                  <a:solidFill>
                    <a:schemeClr val="bg1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OFC</a:t>
              </a:r>
              <a:endParaRPr lang="ja-JP" altLang="en-US" sz="22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endParaRPr>
            </a:p>
          </p:txBody>
        </p:sp>
        <p:sp>
          <p:nvSpPr>
            <p:cNvPr id="22" name="テキスト ボックス 21">
              <a:extLst>
                <a:ext uri="{FF2B5EF4-FFF2-40B4-BE49-F238E27FC236}">
                  <a16:creationId xmlns:a16="http://schemas.microsoft.com/office/drawing/2014/main" id="{A8381D4E-DA3F-015F-038B-207F348513D8}"/>
                </a:ext>
              </a:extLst>
            </p:cNvPr>
            <p:cNvSpPr txBox="1"/>
            <p:nvPr/>
          </p:nvSpPr>
          <p:spPr>
            <a:xfrm>
              <a:off x="7538426" y="5949062"/>
              <a:ext cx="251192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ja-JP" b="1" dirty="0">
                  <a:latin typeface="+mj-lt"/>
                  <a:ea typeface="+mj-ea"/>
                </a:rPr>
                <a:t>Horizontal section</a:t>
              </a:r>
              <a:endParaRPr lang="ja-JP" altLang="en-US" b="1" dirty="0">
                <a:latin typeface="+mj-lt"/>
                <a:ea typeface="+mj-ea"/>
              </a:endParaRPr>
            </a:p>
          </p:txBody>
        </p:sp>
        <p:cxnSp>
          <p:nvCxnSpPr>
            <p:cNvPr id="23" name="直線矢印コネクタ 22">
              <a:extLst>
                <a:ext uri="{FF2B5EF4-FFF2-40B4-BE49-F238E27FC236}">
                  <a16:creationId xmlns:a16="http://schemas.microsoft.com/office/drawing/2014/main" id="{352E15F8-E38C-5BBD-039D-347E0C0EFE22}"/>
                </a:ext>
              </a:extLst>
            </p:cNvPr>
            <p:cNvCxnSpPr>
              <a:cxnSpLocks/>
            </p:cNvCxnSpPr>
            <p:nvPr/>
          </p:nvCxnSpPr>
          <p:spPr>
            <a:xfrm>
              <a:off x="6052276" y="1635902"/>
              <a:ext cx="5495686" cy="0"/>
            </a:xfrm>
            <a:prstGeom prst="straightConnector1">
              <a:avLst/>
            </a:prstGeom>
            <a:ln w="3175">
              <a:headEnd type="triangle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4" name="テキスト ボックス 23">
              <a:extLst>
                <a:ext uri="{FF2B5EF4-FFF2-40B4-BE49-F238E27FC236}">
                  <a16:creationId xmlns:a16="http://schemas.microsoft.com/office/drawing/2014/main" id="{26163E41-AA1F-742C-094C-C08F135815D0}"/>
                </a:ext>
              </a:extLst>
            </p:cNvPr>
            <p:cNvSpPr txBox="1"/>
            <p:nvPr/>
          </p:nvSpPr>
          <p:spPr>
            <a:xfrm>
              <a:off x="8246747" y="1278236"/>
              <a:ext cx="120522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ja-JP" sz="1600" dirty="0"/>
                <a:t>1850 mm</a:t>
              </a:r>
              <a:endParaRPr lang="ja-JP" altLang="en-US" sz="1600" dirty="0"/>
            </a:p>
          </p:txBody>
        </p:sp>
        <p:sp>
          <p:nvSpPr>
            <p:cNvPr id="25" name="テキスト ボックス 24">
              <a:extLst>
                <a:ext uri="{FF2B5EF4-FFF2-40B4-BE49-F238E27FC236}">
                  <a16:creationId xmlns:a16="http://schemas.microsoft.com/office/drawing/2014/main" id="{6B1E8ED6-34CF-B238-18BF-CE6FA5064FA6}"/>
                </a:ext>
              </a:extLst>
            </p:cNvPr>
            <p:cNvSpPr txBox="1"/>
            <p:nvPr/>
          </p:nvSpPr>
          <p:spPr>
            <a:xfrm>
              <a:off x="6128074" y="5281384"/>
              <a:ext cx="248329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ja-JP" dirty="0"/>
                <a:t>Max 160 </a:t>
              </a:r>
              <a:r>
                <a:rPr lang="en-US" altLang="ja-JP" spc="199" dirty="0"/>
                <a:t>W/</a:t>
              </a:r>
              <a:r>
                <a:rPr lang="en-US" altLang="ja-JP" dirty="0"/>
                <a:t>module.</a:t>
              </a:r>
            </a:p>
          </p:txBody>
        </p:sp>
        <p:cxnSp>
          <p:nvCxnSpPr>
            <p:cNvPr id="26" name="直線矢印コネクタ 25">
              <a:extLst>
                <a:ext uri="{FF2B5EF4-FFF2-40B4-BE49-F238E27FC236}">
                  <a16:creationId xmlns:a16="http://schemas.microsoft.com/office/drawing/2014/main" id="{FD92AFA0-40AE-D4BF-C268-9D15A6C72E3F}"/>
                </a:ext>
              </a:extLst>
            </p:cNvPr>
            <p:cNvCxnSpPr>
              <a:cxnSpLocks/>
              <a:stCxn id="25" idx="0"/>
            </p:cNvCxnSpPr>
            <p:nvPr/>
          </p:nvCxnSpPr>
          <p:spPr>
            <a:xfrm flipV="1">
              <a:off x="7369721" y="4574655"/>
              <a:ext cx="466749" cy="706729"/>
            </a:xfrm>
            <a:prstGeom prst="straightConnector1">
              <a:avLst/>
            </a:prstGeom>
            <a:ln>
              <a:tailEnd type="oval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7" name="直線矢印コネクタ 26">
              <a:extLst>
                <a:ext uri="{FF2B5EF4-FFF2-40B4-BE49-F238E27FC236}">
                  <a16:creationId xmlns:a16="http://schemas.microsoft.com/office/drawing/2014/main" id="{1E0148C8-29A8-F30E-071A-0B262CA63EB8}"/>
                </a:ext>
              </a:extLst>
            </p:cNvPr>
            <p:cNvCxnSpPr>
              <a:cxnSpLocks/>
              <a:stCxn id="28" idx="0"/>
            </p:cNvCxnSpPr>
            <p:nvPr/>
          </p:nvCxnSpPr>
          <p:spPr>
            <a:xfrm flipH="1" flipV="1">
              <a:off x="8865101" y="3589965"/>
              <a:ext cx="1081366" cy="1639378"/>
            </a:xfrm>
            <a:prstGeom prst="straightConnector1">
              <a:avLst/>
            </a:prstGeom>
            <a:ln>
              <a:tailEnd type="oval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8" name="テキスト ボックス 27">
              <a:extLst>
                <a:ext uri="{FF2B5EF4-FFF2-40B4-BE49-F238E27FC236}">
                  <a16:creationId xmlns:a16="http://schemas.microsoft.com/office/drawing/2014/main" id="{4346A8FD-7A80-5BFC-FEAD-5D64C3BF450F}"/>
                </a:ext>
              </a:extLst>
            </p:cNvPr>
            <p:cNvSpPr txBox="1"/>
            <p:nvPr/>
          </p:nvSpPr>
          <p:spPr>
            <a:xfrm>
              <a:off x="8486868" y="5229342"/>
              <a:ext cx="2919197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dirty="0"/>
                <a:t>110 </a:t>
              </a:r>
              <a:r>
                <a:rPr lang="en-US" altLang="ja-JP" spc="-300" dirty="0"/>
                <a:t> </a:t>
              </a:r>
              <a:r>
                <a:rPr lang="en-US" altLang="ja-JP" dirty="0"/>
                <a:t>W in target (max 200</a:t>
              </a:r>
              <a:r>
                <a:rPr lang="ja-JP" altLang="en-US" dirty="0"/>
                <a:t>℃</a:t>
              </a:r>
              <a:r>
                <a:rPr lang="en-US" altLang="ja-JP" dirty="0"/>
                <a:t>)</a:t>
              </a:r>
              <a:br>
                <a:rPr lang="en-US" altLang="ja-JP" dirty="0"/>
              </a:br>
              <a:r>
                <a:rPr lang="en-US" altLang="ja-JP" dirty="0"/>
                <a:t>radiatively cooled</a:t>
              </a:r>
              <a:endParaRPr lang="ja-JP" altLang="en-US" dirty="0"/>
            </a:p>
          </p:txBody>
        </p:sp>
        <p:sp>
          <p:nvSpPr>
            <p:cNvPr id="29" name="テキスト ボックス 28">
              <a:extLst>
                <a:ext uri="{FF2B5EF4-FFF2-40B4-BE49-F238E27FC236}">
                  <a16:creationId xmlns:a16="http://schemas.microsoft.com/office/drawing/2014/main" id="{06510784-3AD5-EE2E-96CD-4747F85269A4}"/>
                </a:ext>
              </a:extLst>
            </p:cNvPr>
            <p:cNvSpPr txBox="1"/>
            <p:nvPr/>
          </p:nvSpPr>
          <p:spPr>
            <a:xfrm rot="19834593">
              <a:off x="2818948" y="2578430"/>
              <a:ext cx="91242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altLang="ja-JP" sz="1600" dirty="0">
                  <a:ln w="19050">
                    <a:solidFill>
                      <a:srgbClr val="ADABA9"/>
                    </a:solidFill>
                  </a:ln>
                  <a:ea typeface="+mj-ea"/>
                </a:rPr>
                <a:t>420 mm</a:t>
              </a:r>
              <a:endParaRPr lang="ja-JP" altLang="en-US" sz="1600" dirty="0">
                <a:ln w="19050">
                  <a:solidFill>
                    <a:srgbClr val="ADABA9"/>
                  </a:solidFill>
                </a:ln>
                <a:ea typeface="+mj-ea"/>
              </a:endParaRPr>
            </a:p>
          </p:txBody>
        </p:sp>
        <p:sp>
          <p:nvSpPr>
            <p:cNvPr id="30" name="テキスト ボックス 29">
              <a:extLst>
                <a:ext uri="{FF2B5EF4-FFF2-40B4-BE49-F238E27FC236}">
                  <a16:creationId xmlns:a16="http://schemas.microsoft.com/office/drawing/2014/main" id="{B8AB7FA0-BFD2-2A7D-8690-0A9A0C992123}"/>
                </a:ext>
              </a:extLst>
            </p:cNvPr>
            <p:cNvSpPr txBox="1"/>
            <p:nvPr/>
          </p:nvSpPr>
          <p:spPr>
            <a:xfrm rot="19834593">
              <a:off x="2818947" y="2578430"/>
              <a:ext cx="91242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altLang="ja-JP" sz="1600" dirty="0">
                  <a:ea typeface="+mj-ea"/>
                </a:rPr>
                <a:t>420 mm</a:t>
              </a:r>
              <a:endParaRPr lang="ja-JP" altLang="en-US" sz="1600" dirty="0">
                <a:ea typeface="+mj-ea"/>
              </a:endParaRPr>
            </a:p>
          </p:txBody>
        </p:sp>
        <p:sp>
          <p:nvSpPr>
            <p:cNvPr id="3" name="テキスト ボックス 2">
              <a:extLst>
                <a:ext uri="{FF2B5EF4-FFF2-40B4-BE49-F238E27FC236}">
                  <a16:creationId xmlns:a16="http://schemas.microsoft.com/office/drawing/2014/main" id="{E99CF408-9BC5-8DFC-E02B-F6C79AC46DC2}"/>
                </a:ext>
              </a:extLst>
            </p:cNvPr>
            <p:cNvSpPr txBox="1"/>
            <p:nvPr/>
          </p:nvSpPr>
          <p:spPr>
            <a:xfrm>
              <a:off x="236246" y="5949062"/>
              <a:ext cx="470422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ja-JP" b="1" dirty="0">
                  <a:latin typeface="+mj-lt"/>
                  <a:ea typeface="+mj-ea"/>
                </a:rPr>
                <a:t>View from upstream side of proton beam</a:t>
              </a:r>
              <a:endParaRPr lang="ja-JP" altLang="en-US" b="1" dirty="0">
                <a:latin typeface="+mj-lt"/>
                <a:ea typeface="+mj-ea"/>
              </a:endParaRPr>
            </a:p>
          </p:txBody>
        </p:sp>
      </p:grpSp>
      <p:cxnSp>
        <p:nvCxnSpPr>
          <p:cNvPr id="6" name="直線矢印コネクタ 5">
            <a:extLst>
              <a:ext uri="{FF2B5EF4-FFF2-40B4-BE49-F238E27FC236}">
                <a16:creationId xmlns:a16="http://schemas.microsoft.com/office/drawing/2014/main" id="{6C0EEDAF-869D-2D7C-4766-609CC2DEDF66}"/>
              </a:ext>
            </a:extLst>
          </p:cNvPr>
          <p:cNvCxnSpPr>
            <a:cxnSpLocks/>
          </p:cNvCxnSpPr>
          <p:nvPr/>
        </p:nvCxnSpPr>
        <p:spPr>
          <a:xfrm rot="480000">
            <a:off x="5219565" y="1660028"/>
            <a:ext cx="493160" cy="26174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991940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テーマ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55</TotalTime>
  <Words>60</Words>
  <Application>Microsoft Office PowerPoint</Application>
  <PresentationFormat>ユーザー設定</PresentationFormat>
  <Paragraphs>15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Cambria Math</vt:lpstr>
      <vt:lpstr>Segoe UI Semibold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Yusuke Uchiyama</dc:creator>
  <cp:lastModifiedBy>Yusuke Uchiyama</cp:lastModifiedBy>
  <cp:revision>1</cp:revision>
  <dcterms:created xsi:type="dcterms:W3CDTF">2024-12-24T07:01:47Z</dcterms:created>
  <dcterms:modified xsi:type="dcterms:W3CDTF">2025-05-09T05:14:42Z</dcterms:modified>
</cp:coreProperties>
</file>