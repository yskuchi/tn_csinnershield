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</p:sldIdLst>
  <p:sldSz cx="5759450" cy="3779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6183B6-5FCE-43C9-BDFE-7F3DE4A49645}" v="10" dt="2024-12-24T08:11:58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6" autoAdjust="0"/>
    <p:restoredTop sz="94660"/>
  </p:normalViewPr>
  <p:slideViewPr>
    <p:cSldViewPr snapToGrid="0">
      <p:cViewPr varScale="1">
        <p:scale>
          <a:sx n="216" d="100"/>
          <a:sy n="216" d="100"/>
        </p:scale>
        <p:origin x="67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4E6183B6-5FCE-43C9-BDFE-7F3DE4A49645}"/>
    <pc:docChg chg="undo custSel modSld">
      <pc:chgData name="UCHIYAMA Yuusuke" userId="758e3d5f-3bbb-4028-bd3a-66c5ef996226" providerId="ADAL" clId="{4E6183B6-5FCE-43C9-BDFE-7F3DE4A49645}" dt="2024-12-26T07:52:22.700" v="59" actId="14100"/>
      <pc:docMkLst>
        <pc:docMk/>
      </pc:docMkLst>
      <pc:sldChg chg="addSp delSp modSp mod">
        <pc:chgData name="UCHIYAMA Yuusuke" userId="758e3d5f-3bbb-4028-bd3a-66c5ef996226" providerId="ADAL" clId="{4E6183B6-5FCE-43C9-BDFE-7F3DE4A49645}" dt="2024-12-26T07:52:22.700" v="59" actId="14100"/>
        <pc:sldMkLst>
          <pc:docMk/>
          <pc:sldMk cId="1699194054" sldId="256"/>
        </pc:sldMkLst>
        <pc:spChg chg="del mod topLvl">
          <ac:chgData name="UCHIYAMA Yuusuke" userId="758e3d5f-3bbb-4028-bd3a-66c5ef996226" providerId="ADAL" clId="{4E6183B6-5FCE-43C9-BDFE-7F3DE4A49645}" dt="2024-12-24T08:08:25.484" v="1" actId="21"/>
          <ac:spMkLst>
            <pc:docMk/>
            <pc:sldMk cId="1699194054" sldId="256"/>
            <ac:spMk id="5" creationId="{DFABD773-670A-07F1-E8CF-55FB1017AB66}"/>
          </ac:spMkLst>
        </pc:spChg>
        <pc:spChg chg="del mod topLvl">
          <ac:chgData name="UCHIYAMA Yuusuke" userId="758e3d5f-3bbb-4028-bd3a-66c5ef996226" providerId="ADAL" clId="{4E6183B6-5FCE-43C9-BDFE-7F3DE4A49645}" dt="2024-12-24T08:08:25.484" v="1" actId="21"/>
          <ac:spMkLst>
            <pc:docMk/>
            <pc:sldMk cId="1699194054" sldId="256"/>
            <ac:spMk id="7" creationId="{C8422762-7163-612E-1639-E6B15287EC6D}"/>
          </ac:spMkLst>
        </pc:spChg>
        <pc:spChg chg="del mod topLvl">
          <ac:chgData name="UCHIYAMA Yuusuke" userId="758e3d5f-3bbb-4028-bd3a-66c5ef996226" providerId="ADAL" clId="{4E6183B6-5FCE-43C9-BDFE-7F3DE4A49645}" dt="2024-12-24T08:08:25.484" v="1" actId="21"/>
          <ac:spMkLst>
            <pc:docMk/>
            <pc:sldMk cId="1699194054" sldId="256"/>
            <ac:spMk id="8" creationId="{767F2997-F6D9-B6C7-97D1-4C207558648E}"/>
          </ac:spMkLst>
        </pc:spChg>
        <pc:spChg chg="del mod topLvl">
          <ac:chgData name="UCHIYAMA Yuusuke" userId="758e3d5f-3bbb-4028-bd3a-66c5ef996226" providerId="ADAL" clId="{4E6183B6-5FCE-43C9-BDFE-7F3DE4A49645}" dt="2024-12-24T08:09:16.632" v="12" actId="21"/>
          <ac:spMkLst>
            <pc:docMk/>
            <pc:sldMk cId="1699194054" sldId="256"/>
            <ac:spMk id="11" creationId="{8B0D92C7-D504-9501-7214-9AA4329E35DE}"/>
          </ac:spMkLst>
        </pc:spChg>
        <pc:spChg chg="del mod topLvl">
          <ac:chgData name="UCHIYAMA Yuusuke" userId="758e3d5f-3bbb-4028-bd3a-66c5ef996226" providerId="ADAL" clId="{4E6183B6-5FCE-43C9-BDFE-7F3DE4A49645}" dt="2024-12-24T08:09:16.632" v="12" actId="21"/>
          <ac:spMkLst>
            <pc:docMk/>
            <pc:sldMk cId="1699194054" sldId="256"/>
            <ac:spMk id="12" creationId="{6FFD9AF7-39D9-53C0-7A4C-CBC434C9A76F}"/>
          </ac:spMkLst>
        </pc:spChg>
        <pc:spChg chg="del mod topLvl">
          <ac:chgData name="UCHIYAMA Yuusuke" userId="758e3d5f-3bbb-4028-bd3a-66c5ef996226" providerId="ADAL" clId="{4E6183B6-5FCE-43C9-BDFE-7F3DE4A49645}" dt="2024-12-24T08:08:25.484" v="1" actId="21"/>
          <ac:spMkLst>
            <pc:docMk/>
            <pc:sldMk cId="1699194054" sldId="256"/>
            <ac:spMk id="13" creationId="{B43064FB-F310-E6CB-75C3-E1695BEF8733}"/>
          </ac:spMkLst>
        </pc:spChg>
        <pc:spChg chg="del mod topLvl">
          <ac:chgData name="UCHIYAMA Yuusuke" userId="758e3d5f-3bbb-4028-bd3a-66c5ef996226" providerId="ADAL" clId="{4E6183B6-5FCE-43C9-BDFE-7F3DE4A49645}" dt="2024-12-24T08:08:25.484" v="1" actId="21"/>
          <ac:spMkLst>
            <pc:docMk/>
            <pc:sldMk cId="1699194054" sldId="256"/>
            <ac:spMk id="14" creationId="{299D802D-25B3-2CDD-ADAF-E55480183F88}"/>
          </ac:spMkLst>
        </pc:spChg>
        <pc:spChg chg="del mod topLvl">
          <ac:chgData name="UCHIYAMA Yuusuke" userId="758e3d5f-3bbb-4028-bd3a-66c5ef996226" providerId="ADAL" clId="{4E6183B6-5FCE-43C9-BDFE-7F3DE4A49645}" dt="2024-12-24T08:08:25.484" v="1" actId="21"/>
          <ac:spMkLst>
            <pc:docMk/>
            <pc:sldMk cId="1699194054" sldId="256"/>
            <ac:spMk id="16" creationId="{7AD38C91-4154-A548-B948-7C3DCB9301F1}"/>
          </ac:spMkLst>
        </pc:spChg>
        <pc:spChg chg="del mod topLvl">
          <ac:chgData name="UCHIYAMA Yuusuke" userId="758e3d5f-3bbb-4028-bd3a-66c5ef996226" providerId="ADAL" clId="{4E6183B6-5FCE-43C9-BDFE-7F3DE4A49645}" dt="2024-12-24T08:08:25.484" v="1" actId="21"/>
          <ac:spMkLst>
            <pc:docMk/>
            <pc:sldMk cId="1699194054" sldId="256"/>
            <ac:spMk id="17" creationId="{5676D072-D4C0-918D-C1DB-24815868B61C}"/>
          </ac:spMkLst>
        </pc:spChg>
        <pc:spChg chg="del mod topLvl">
          <ac:chgData name="UCHIYAMA Yuusuke" userId="758e3d5f-3bbb-4028-bd3a-66c5ef996226" providerId="ADAL" clId="{4E6183B6-5FCE-43C9-BDFE-7F3DE4A49645}" dt="2024-12-24T08:09:16.632" v="12" actId="21"/>
          <ac:spMkLst>
            <pc:docMk/>
            <pc:sldMk cId="1699194054" sldId="256"/>
            <ac:spMk id="20" creationId="{C9D7C714-6063-89E8-E4AE-888B6A4C1184}"/>
          </ac:spMkLst>
        </pc:spChg>
        <pc:spChg chg="del mod topLvl">
          <ac:chgData name="UCHIYAMA Yuusuke" userId="758e3d5f-3bbb-4028-bd3a-66c5ef996226" providerId="ADAL" clId="{4E6183B6-5FCE-43C9-BDFE-7F3DE4A49645}" dt="2024-12-24T08:09:16.632" v="12" actId="21"/>
          <ac:spMkLst>
            <pc:docMk/>
            <pc:sldMk cId="1699194054" sldId="256"/>
            <ac:spMk id="21" creationId="{22427205-ACE7-16A8-2D60-E4584AFE1A9E}"/>
          </ac:spMkLst>
        </pc:spChg>
        <pc:spChg chg="del mod topLvl">
          <ac:chgData name="UCHIYAMA Yuusuke" userId="758e3d5f-3bbb-4028-bd3a-66c5ef996226" providerId="ADAL" clId="{4E6183B6-5FCE-43C9-BDFE-7F3DE4A49645}" dt="2024-12-24T08:09:16.632" v="12" actId="21"/>
          <ac:spMkLst>
            <pc:docMk/>
            <pc:sldMk cId="1699194054" sldId="256"/>
            <ac:spMk id="22" creationId="{A8381D4E-DA3F-015F-038B-207F348513D8}"/>
          </ac:spMkLst>
        </pc:spChg>
        <pc:spChg chg="del mod topLvl">
          <ac:chgData name="UCHIYAMA Yuusuke" userId="758e3d5f-3bbb-4028-bd3a-66c5ef996226" providerId="ADAL" clId="{4E6183B6-5FCE-43C9-BDFE-7F3DE4A49645}" dt="2024-12-24T08:09:16.632" v="12" actId="21"/>
          <ac:spMkLst>
            <pc:docMk/>
            <pc:sldMk cId="1699194054" sldId="256"/>
            <ac:spMk id="24" creationId="{26163E41-AA1F-742C-094C-C08F135815D0}"/>
          </ac:spMkLst>
        </pc:spChg>
        <pc:spChg chg="del mod topLvl">
          <ac:chgData name="UCHIYAMA Yuusuke" userId="758e3d5f-3bbb-4028-bd3a-66c5ef996226" providerId="ADAL" clId="{4E6183B6-5FCE-43C9-BDFE-7F3DE4A49645}" dt="2024-12-24T08:09:16.632" v="12" actId="21"/>
          <ac:spMkLst>
            <pc:docMk/>
            <pc:sldMk cId="1699194054" sldId="256"/>
            <ac:spMk id="25" creationId="{6B1E8ED6-34CF-B238-18BF-CE6FA5064FA6}"/>
          </ac:spMkLst>
        </pc:spChg>
        <pc:spChg chg="del mod topLvl">
          <ac:chgData name="UCHIYAMA Yuusuke" userId="758e3d5f-3bbb-4028-bd3a-66c5ef996226" providerId="ADAL" clId="{4E6183B6-5FCE-43C9-BDFE-7F3DE4A49645}" dt="2024-12-24T08:09:16.632" v="12" actId="21"/>
          <ac:spMkLst>
            <pc:docMk/>
            <pc:sldMk cId="1699194054" sldId="256"/>
            <ac:spMk id="28" creationId="{4346A8FD-7A80-5BFC-FEAD-5D64C3BF450F}"/>
          </ac:spMkLst>
        </pc:spChg>
        <pc:spChg chg="del mod topLvl">
          <ac:chgData name="UCHIYAMA Yuusuke" userId="758e3d5f-3bbb-4028-bd3a-66c5ef996226" providerId="ADAL" clId="{4E6183B6-5FCE-43C9-BDFE-7F3DE4A49645}" dt="2024-12-24T08:08:25.484" v="1" actId="21"/>
          <ac:spMkLst>
            <pc:docMk/>
            <pc:sldMk cId="1699194054" sldId="256"/>
            <ac:spMk id="29" creationId="{06510784-3AD5-EE2E-96CD-4747F85269A4}"/>
          </ac:spMkLst>
        </pc:spChg>
        <pc:spChg chg="del mod topLvl">
          <ac:chgData name="UCHIYAMA Yuusuke" userId="758e3d5f-3bbb-4028-bd3a-66c5ef996226" providerId="ADAL" clId="{4E6183B6-5FCE-43C9-BDFE-7F3DE4A49645}" dt="2024-12-24T08:08:25.484" v="1" actId="21"/>
          <ac:spMkLst>
            <pc:docMk/>
            <pc:sldMk cId="1699194054" sldId="256"/>
            <ac:spMk id="30" creationId="{B8AB7FA0-BFD2-2A7D-8690-0A9A0C992123}"/>
          </ac:spMkLst>
        </pc:spChg>
        <pc:spChg chg="add mod">
          <ac:chgData name="UCHIYAMA Yuusuke" userId="758e3d5f-3bbb-4028-bd3a-66c5ef996226" providerId="ADAL" clId="{4E6183B6-5FCE-43C9-BDFE-7F3DE4A49645}" dt="2024-12-24T08:09:21.520" v="15" actId="164"/>
          <ac:spMkLst>
            <pc:docMk/>
            <pc:sldMk cId="1699194054" sldId="256"/>
            <ac:spMk id="34" creationId="{C2DFF36F-FC13-EDEC-39FA-622566F9FCD3}"/>
          </ac:spMkLst>
        </pc:spChg>
        <pc:spChg chg="add mod">
          <ac:chgData name="UCHIYAMA Yuusuke" userId="758e3d5f-3bbb-4028-bd3a-66c5ef996226" providerId="ADAL" clId="{4E6183B6-5FCE-43C9-BDFE-7F3DE4A49645}" dt="2024-12-26T07:52:15.950" v="57" actId="1076"/>
          <ac:spMkLst>
            <pc:docMk/>
            <pc:sldMk cId="1699194054" sldId="256"/>
            <ac:spMk id="35" creationId="{925E5196-2BED-E369-5724-D2DBED09C4BC}"/>
          </ac:spMkLst>
        </pc:spChg>
        <pc:spChg chg="add mod">
          <ac:chgData name="UCHIYAMA Yuusuke" userId="758e3d5f-3bbb-4028-bd3a-66c5ef996226" providerId="ADAL" clId="{4E6183B6-5FCE-43C9-BDFE-7F3DE4A49645}" dt="2024-12-24T08:09:21.520" v="15" actId="164"/>
          <ac:spMkLst>
            <pc:docMk/>
            <pc:sldMk cId="1699194054" sldId="256"/>
            <ac:spMk id="36" creationId="{79185127-2AF0-AAB5-8D77-7E1B74A0EF68}"/>
          </ac:spMkLst>
        </pc:spChg>
        <pc:spChg chg="add mod">
          <ac:chgData name="UCHIYAMA Yuusuke" userId="758e3d5f-3bbb-4028-bd3a-66c5ef996226" providerId="ADAL" clId="{4E6183B6-5FCE-43C9-BDFE-7F3DE4A49645}" dt="2024-12-26T07:52:18.155" v="58" actId="1076"/>
          <ac:spMkLst>
            <pc:docMk/>
            <pc:sldMk cId="1699194054" sldId="256"/>
            <ac:spMk id="37" creationId="{03CEF30B-7331-517C-9387-41E866DD059D}"/>
          </ac:spMkLst>
        </pc:spChg>
        <pc:grpChg chg="add mod">
          <ac:chgData name="UCHIYAMA Yuusuke" userId="758e3d5f-3bbb-4028-bd3a-66c5ef996226" providerId="ADAL" clId="{4E6183B6-5FCE-43C9-BDFE-7F3DE4A49645}" dt="2024-12-24T08:09:21.520" v="15" actId="164"/>
          <ac:grpSpMkLst>
            <pc:docMk/>
            <pc:sldMk cId="1699194054" sldId="256"/>
            <ac:grpSpMk id="6" creationId="{5CBD7DCF-2DC5-557F-1FB6-0DC32938EC59}"/>
          </ac:grpSpMkLst>
        </pc:grpChg>
        <pc:grpChg chg="del">
          <ac:chgData name="UCHIYAMA Yuusuke" userId="758e3d5f-3bbb-4028-bd3a-66c5ef996226" providerId="ADAL" clId="{4E6183B6-5FCE-43C9-BDFE-7F3DE4A49645}" dt="2024-12-24T08:08:22.791" v="0" actId="165"/>
          <ac:grpSpMkLst>
            <pc:docMk/>
            <pc:sldMk cId="1699194054" sldId="256"/>
            <ac:grpSpMk id="33" creationId="{B8A7220A-76CA-53D9-C300-21907B12C0BC}"/>
          </ac:grpSpMkLst>
        </pc:grpChg>
        <pc:grpChg chg="add mod">
          <ac:chgData name="UCHIYAMA Yuusuke" userId="758e3d5f-3bbb-4028-bd3a-66c5ef996226" providerId="ADAL" clId="{4E6183B6-5FCE-43C9-BDFE-7F3DE4A49645}" dt="2024-12-24T08:11:30.949" v="50" actId="1076"/>
          <ac:grpSpMkLst>
            <pc:docMk/>
            <pc:sldMk cId="1699194054" sldId="256"/>
            <ac:grpSpMk id="39" creationId="{46E5F56C-B4E9-FD9F-9631-B65B901ECFB3}"/>
          </ac:grpSpMkLst>
        </pc:grpChg>
        <pc:picChg chg="del mod topLvl">
          <ac:chgData name="UCHIYAMA Yuusuke" userId="758e3d5f-3bbb-4028-bd3a-66c5ef996226" providerId="ADAL" clId="{4E6183B6-5FCE-43C9-BDFE-7F3DE4A49645}" dt="2024-12-24T08:08:25.484" v="1" actId="21"/>
          <ac:picMkLst>
            <pc:docMk/>
            <pc:sldMk cId="1699194054" sldId="256"/>
            <ac:picMk id="4" creationId="{C1ACA347-AA49-207C-D228-294314E2D43E}"/>
          </ac:picMkLst>
        </pc:picChg>
        <pc:picChg chg="del mod topLvl">
          <ac:chgData name="UCHIYAMA Yuusuke" userId="758e3d5f-3bbb-4028-bd3a-66c5ef996226" providerId="ADAL" clId="{4E6183B6-5FCE-43C9-BDFE-7F3DE4A49645}" dt="2024-12-24T08:08:25.484" v="1" actId="21"/>
          <ac:picMkLst>
            <pc:docMk/>
            <pc:sldMk cId="1699194054" sldId="256"/>
            <ac:picMk id="10" creationId="{E590D526-F766-6A85-3CC5-089DB325534E}"/>
          </ac:picMkLst>
        </pc:picChg>
        <pc:picChg chg="del mod topLvl">
          <ac:chgData name="UCHIYAMA Yuusuke" userId="758e3d5f-3bbb-4028-bd3a-66c5ef996226" providerId="ADAL" clId="{4E6183B6-5FCE-43C9-BDFE-7F3DE4A49645}" dt="2024-12-24T08:09:16.632" v="12" actId="21"/>
          <ac:picMkLst>
            <pc:docMk/>
            <pc:sldMk cId="1699194054" sldId="256"/>
            <ac:picMk id="19" creationId="{3C1E40E8-2917-CCCA-9A3F-631850FFD5C7}"/>
          </ac:picMkLst>
        </pc:picChg>
        <pc:picChg chg="mod">
          <ac:chgData name="UCHIYAMA Yuusuke" userId="758e3d5f-3bbb-4028-bd3a-66c5ef996226" providerId="ADAL" clId="{4E6183B6-5FCE-43C9-BDFE-7F3DE4A49645}" dt="2024-12-24T08:10:45.635" v="48" actId="1076"/>
          <ac:picMkLst>
            <pc:docMk/>
            <pc:sldMk cId="1699194054" sldId="256"/>
            <ac:picMk id="31" creationId="{C4972825-1E97-5CA0-DDA7-9258C44CA9BD}"/>
          </ac:picMkLst>
        </pc:picChg>
        <pc:picChg chg="mod">
          <ac:chgData name="UCHIYAMA Yuusuke" userId="758e3d5f-3bbb-4028-bd3a-66c5ef996226" providerId="ADAL" clId="{4E6183B6-5FCE-43C9-BDFE-7F3DE4A49645}" dt="2024-12-24T08:08:33.916" v="2"/>
          <ac:picMkLst>
            <pc:docMk/>
            <pc:sldMk cId="1699194054" sldId="256"/>
            <ac:picMk id="32" creationId="{CDAADD32-CA75-9AB1-F987-8A29F4AF2620}"/>
          </ac:picMkLst>
        </pc:picChg>
        <pc:cxnChg chg="del mod topLvl">
          <ac:chgData name="UCHIYAMA Yuusuke" userId="758e3d5f-3bbb-4028-bd3a-66c5ef996226" providerId="ADAL" clId="{4E6183B6-5FCE-43C9-BDFE-7F3DE4A49645}" dt="2024-12-24T08:08:25.484" v="1" actId="21"/>
          <ac:cxnSpMkLst>
            <pc:docMk/>
            <pc:sldMk cId="1699194054" sldId="256"/>
            <ac:cxnSpMk id="9" creationId="{0CDBC5A6-3033-FFEB-9CDF-03193A3E796F}"/>
          </ac:cxnSpMkLst>
        </pc:cxnChg>
        <pc:cxnChg chg="del mod topLvl">
          <ac:chgData name="UCHIYAMA Yuusuke" userId="758e3d5f-3bbb-4028-bd3a-66c5ef996226" providerId="ADAL" clId="{4E6183B6-5FCE-43C9-BDFE-7F3DE4A49645}" dt="2024-12-24T08:08:25.484" v="1" actId="21"/>
          <ac:cxnSpMkLst>
            <pc:docMk/>
            <pc:sldMk cId="1699194054" sldId="256"/>
            <ac:cxnSpMk id="15" creationId="{F71E677F-BB3A-EB09-01E9-4DCFC6C77968}"/>
          </ac:cxnSpMkLst>
        </pc:cxnChg>
        <pc:cxnChg chg="del mod topLvl">
          <ac:chgData name="UCHIYAMA Yuusuke" userId="758e3d5f-3bbb-4028-bd3a-66c5ef996226" providerId="ADAL" clId="{4E6183B6-5FCE-43C9-BDFE-7F3DE4A49645}" dt="2024-12-24T08:08:25.484" v="1" actId="21"/>
          <ac:cxnSpMkLst>
            <pc:docMk/>
            <pc:sldMk cId="1699194054" sldId="256"/>
            <ac:cxnSpMk id="18" creationId="{9E2FE375-C406-6A02-A105-8211DA05AC06}"/>
          </ac:cxnSpMkLst>
        </pc:cxnChg>
        <pc:cxnChg chg="del mod topLvl">
          <ac:chgData name="UCHIYAMA Yuusuke" userId="758e3d5f-3bbb-4028-bd3a-66c5ef996226" providerId="ADAL" clId="{4E6183B6-5FCE-43C9-BDFE-7F3DE4A49645}" dt="2024-12-24T08:09:16.632" v="12" actId="21"/>
          <ac:cxnSpMkLst>
            <pc:docMk/>
            <pc:sldMk cId="1699194054" sldId="256"/>
            <ac:cxnSpMk id="23" creationId="{352E15F8-E38C-5BBD-039D-347E0C0EFE22}"/>
          </ac:cxnSpMkLst>
        </pc:cxnChg>
        <pc:cxnChg chg="del mod topLvl">
          <ac:chgData name="UCHIYAMA Yuusuke" userId="758e3d5f-3bbb-4028-bd3a-66c5ef996226" providerId="ADAL" clId="{4E6183B6-5FCE-43C9-BDFE-7F3DE4A49645}" dt="2024-12-24T08:09:16.632" v="12" actId="21"/>
          <ac:cxnSpMkLst>
            <pc:docMk/>
            <pc:sldMk cId="1699194054" sldId="256"/>
            <ac:cxnSpMk id="26" creationId="{FD92AFA0-40AE-D4BF-C268-9D15A6C72E3F}"/>
          </ac:cxnSpMkLst>
        </pc:cxnChg>
        <pc:cxnChg chg="del mod topLvl">
          <ac:chgData name="UCHIYAMA Yuusuke" userId="758e3d5f-3bbb-4028-bd3a-66c5ef996226" providerId="ADAL" clId="{4E6183B6-5FCE-43C9-BDFE-7F3DE4A49645}" dt="2024-12-24T08:09:16.632" v="12" actId="21"/>
          <ac:cxnSpMkLst>
            <pc:docMk/>
            <pc:sldMk cId="1699194054" sldId="256"/>
            <ac:cxnSpMk id="27" creationId="{1E0148C8-29A8-F30E-071A-0B262CA63EB8}"/>
          </ac:cxnSpMkLst>
        </pc:cxnChg>
        <pc:cxnChg chg="add mod">
          <ac:chgData name="UCHIYAMA Yuusuke" userId="758e3d5f-3bbb-4028-bd3a-66c5ef996226" providerId="ADAL" clId="{4E6183B6-5FCE-43C9-BDFE-7F3DE4A49645}" dt="2024-12-26T07:52:22.700" v="59" actId="14100"/>
          <ac:cxnSpMkLst>
            <pc:docMk/>
            <pc:sldMk cId="1699194054" sldId="256"/>
            <ac:cxnSpMk id="38" creationId="{9E96359F-3365-7BE7-2AA6-2544CAD6B84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618599"/>
            <a:ext cx="4895533" cy="1315944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1985290"/>
            <a:ext cx="4319588" cy="912586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38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525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942336"/>
            <a:ext cx="4967526" cy="1572307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2529518"/>
            <a:ext cx="4967526" cy="826839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77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1006207"/>
            <a:ext cx="2447766" cy="23982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1006207"/>
            <a:ext cx="2447766" cy="23982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5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201242"/>
            <a:ext cx="4967526" cy="7305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926586"/>
            <a:ext cx="2436517" cy="45410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1380691"/>
            <a:ext cx="2436517" cy="20307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926586"/>
            <a:ext cx="2448516" cy="45410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1380691"/>
            <a:ext cx="2448516" cy="20307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54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41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7057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251989"/>
            <a:ext cx="1857573" cy="881962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544227"/>
            <a:ext cx="2915722" cy="2686135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133952"/>
            <a:ext cx="1857573" cy="2100785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806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251989"/>
            <a:ext cx="1857573" cy="881962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544227"/>
            <a:ext cx="2915722" cy="2686135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133952"/>
            <a:ext cx="1857573" cy="2100785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25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804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201241"/>
            <a:ext cx="1241881" cy="32032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201241"/>
            <a:ext cx="3653651" cy="32032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176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201242"/>
            <a:ext cx="4967526" cy="730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1006207"/>
            <a:ext cx="4967526" cy="239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3503351"/>
            <a:ext cx="1295876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986EE-3F7C-4D3D-BBD8-750034447C60}" type="datetimeFigureOut">
              <a:rPr kumimoji="1" lang="ja-JP" altLang="en-US" smtClean="0"/>
              <a:t>2024/12/26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3503351"/>
            <a:ext cx="1943814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3503351"/>
            <a:ext cx="1295876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956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kumimoji="1"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kumimoji="1"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kumimoji="1"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kumimoji="1"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46E5F56C-B4E9-FD9F-9631-B65B901ECFB3}"/>
              </a:ext>
            </a:extLst>
          </p:cNvPr>
          <p:cNvGrpSpPr/>
          <p:nvPr/>
        </p:nvGrpSpPr>
        <p:grpSpPr>
          <a:xfrm>
            <a:off x="5432" y="-22595"/>
            <a:ext cx="5670354" cy="3698092"/>
            <a:chOff x="47372" y="1205461"/>
            <a:chExt cx="5670354" cy="3698092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5CBD7DCF-2DC5-557F-1FB6-0DC32938EC59}"/>
                </a:ext>
              </a:extLst>
            </p:cNvPr>
            <p:cNvGrpSpPr/>
            <p:nvPr/>
          </p:nvGrpSpPr>
          <p:grpSpPr>
            <a:xfrm>
              <a:off x="47372" y="1205461"/>
              <a:ext cx="5327152" cy="3225593"/>
              <a:chOff x="8573966" y="17739008"/>
              <a:chExt cx="12098664" cy="7325747"/>
            </a:xfrm>
          </p:grpSpPr>
          <p:pic>
            <p:nvPicPr>
              <p:cNvPr id="31" name="図 30">
                <a:extLst>
                  <a:ext uri="{FF2B5EF4-FFF2-40B4-BE49-F238E27FC236}">
                    <a16:creationId xmlns:a16="http://schemas.microsoft.com/office/drawing/2014/main" id="{C4972825-1E97-5CA0-DDA7-9258C44CA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7836"/>
              <a:stretch/>
            </p:blipFill>
            <p:spPr>
              <a:xfrm>
                <a:off x="8573966" y="17739008"/>
                <a:ext cx="12098664" cy="7325747"/>
              </a:xfrm>
              <a:prstGeom prst="rect">
                <a:avLst/>
              </a:prstGeom>
            </p:spPr>
          </p:pic>
          <p:pic>
            <p:nvPicPr>
              <p:cNvPr id="32" name="図 31">
                <a:extLst>
                  <a:ext uri="{FF2B5EF4-FFF2-40B4-BE49-F238E27FC236}">
                    <a16:creationId xmlns:a16="http://schemas.microsoft.com/office/drawing/2014/main" id="{CDAADD32-CA75-9AB1-F987-8A29F4AF26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9720" y="20880220"/>
                <a:ext cx="9002381" cy="1105054"/>
              </a:xfrm>
              <a:prstGeom prst="rect">
                <a:avLst/>
              </a:prstGeom>
            </p:spPr>
          </p:pic>
        </p:grp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C2DFF36F-FC13-EDEC-39FA-622566F9FCD3}"/>
                </a:ext>
              </a:extLst>
            </p:cNvPr>
            <p:cNvSpPr txBox="1"/>
            <p:nvPr/>
          </p:nvSpPr>
          <p:spPr>
            <a:xfrm>
              <a:off x="2395637" y="1685179"/>
              <a:ext cx="96853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SS304</a:t>
              </a:r>
              <a:endParaRPr kumimoji="1" lang="ja-JP" altLang="en-US" sz="2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925E5196-2BED-E369-5724-D2DBED09C4BC}"/>
                </a:ext>
              </a:extLst>
            </p:cNvPr>
            <p:cNvSpPr txBox="1"/>
            <p:nvPr/>
          </p:nvSpPr>
          <p:spPr>
            <a:xfrm>
              <a:off x="2025310" y="4534221"/>
              <a:ext cx="1709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>
                  <a:latin typeface="+mj-lt"/>
                  <a:ea typeface="+mj-ea"/>
                </a:rPr>
                <a:t>Vertical section</a:t>
              </a:r>
              <a:endParaRPr kumimoji="1" lang="ja-JP" altLang="en-US" b="1" dirty="0">
                <a:latin typeface="+mj-lt"/>
                <a:ea typeface="+mj-ea"/>
              </a:endParaRPr>
            </a:p>
          </p:txBody>
        </p:sp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79185127-2AF0-AAB5-8D77-7E1B74A0EF68}"/>
                </a:ext>
              </a:extLst>
            </p:cNvPr>
            <p:cNvSpPr/>
            <p:nvPr/>
          </p:nvSpPr>
          <p:spPr>
            <a:xfrm flipV="1">
              <a:off x="621363" y="2812197"/>
              <a:ext cx="2031293" cy="300425"/>
            </a:xfrm>
            <a:custGeom>
              <a:avLst/>
              <a:gdLst>
                <a:gd name="connsiteX0" fmla="*/ 1739900 w 1739900"/>
                <a:gd name="connsiteY0" fmla="*/ 359677 h 633207"/>
                <a:gd name="connsiteX1" fmla="*/ 1498600 w 1739900"/>
                <a:gd name="connsiteY1" fmla="*/ 112027 h 633207"/>
                <a:gd name="connsiteX2" fmla="*/ 1022350 w 1739900"/>
                <a:gd name="connsiteY2" fmla="*/ 632727 h 633207"/>
                <a:gd name="connsiteX3" fmla="*/ 469900 w 1739900"/>
                <a:gd name="connsiteY3" fmla="*/ 4077 h 633207"/>
                <a:gd name="connsiteX4" fmla="*/ 0 w 1739900"/>
                <a:gd name="connsiteY4" fmla="*/ 410477 h 633207"/>
                <a:gd name="connsiteX0" fmla="*/ 1739900 w 1739900"/>
                <a:gd name="connsiteY0" fmla="*/ 359677 h 469249"/>
                <a:gd name="connsiteX1" fmla="*/ 1498600 w 1739900"/>
                <a:gd name="connsiteY1" fmla="*/ 112027 h 469249"/>
                <a:gd name="connsiteX2" fmla="*/ 1044575 w 1739900"/>
                <a:gd name="connsiteY2" fmla="*/ 468591 h 469249"/>
                <a:gd name="connsiteX3" fmla="*/ 469900 w 1739900"/>
                <a:gd name="connsiteY3" fmla="*/ 4077 h 469249"/>
                <a:gd name="connsiteX4" fmla="*/ 0 w 1739900"/>
                <a:gd name="connsiteY4" fmla="*/ 410477 h 469249"/>
                <a:gd name="connsiteX0" fmla="*/ 1739900 w 1739900"/>
                <a:gd name="connsiteY0" fmla="*/ 359677 h 469249"/>
                <a:gd name="connsiteX1" fmla="*/ 1543050 w 1739900"/>
                <a:gd name="connsiteY1" fmla="*/ 112027 h 469249"/>
                <a:gd name="connsiteX2" fmla="*/ 1044575 w 1739900"/>
                <a:gd name="connsiteY2" fmla="*/ 468591 h 469249"/>
                <a:gd name="connsiteX3" fmla="*/ 469900 w 1739900"/>
                <a:gd name="connsiteY3" fmla="*/ 4077 h 469249"/>
                <a:gd name="connsiteX4" fmla="*/ 0 w 1739900"/>
                <a:gd name="connsiteY4" fmla="*/ 410477 h 469249"/>
                <a:gd name="connsiteX0" fmla="*/ 1739900 w 1739900"/>
                <a:gd name="connsiteY0" fmla="*/ 359677 h 452178"/>
                <a:gd name="connsiteX1" fmla="*/ 1543050 w 1739900"/>
                <a:gd name="connsiteY1" fmla="*/ 112027 h 452178"/>
                <a:gd name="connsiteX2" fmla="*/ 1181100 w 1739900"/>
                <a:gd name="connsiteY2" fmla="*/ 451493 h 452178"/>
                <a:gd name="connsiteX3" fmla="*/ 469900 w 1739900"/>
                <a:gd name="connsiteY3" fmla="*/ 4077 h 452178"/>
                <a:gd name="connsiteX4" fmla="*/ 0 w 1739900"/>
                <a:gd name="connsiteY4" fmla="*/ 410477 h 452178"/>
                <a:gd name="connsiteX0" fmla="*/ 1739900 w 1739900"/>
                <a:gd name="connsiteY0" fmla="*/ 386641 h 479510"/>
                <a:gd name="connsiteX1" fmla="*/ 1543050 w 1739900"/>
                <a:gd name="connsiteY1" fmla="*/ 138991 h 479510"/>
                <a:gd name="connsiteX2" fmla="*/ 1181100 w 1739900"/>
                <a:gd name="connsiteY2" fmla="*/ 478457 h 479510"/>
                <a:gd name="connsiteX3" fmla="*/ 590550 w 1739900"/>
                <a:gd name="connsiteY3" fmla="*/ 3686 h 479510"/>
                <a:gd name="connsiteX4" fmla="*/ 0 w 1739900"/>
                <a:gd name="connsiteY4" fmla="*/ 437441 h 479510"/>
                <a:gd name="connsiteX0" fmla="*/ 1739900 w 1739900"/>
                <a:gd name="connsiteY0" fmla="*/ 386641 h 479510"/>
                <a:gd name="connsiteX1" fmla="*/ 1543050 w 1739900"/>
                <a:gd name="connsiteY1" fmla="*/ 138991 h 479510"/>
                <a:gd name="connsiteX2" fmla="*/ 1181100 w 1739900"/>
                <a:gd name="connsiteY2" fmla="*/ 478457 h 479510"/>
                <a:gd name="connsiteX3" fmla="*/ 565150 w 1739900"/>
                <a:gd name="connsiteY3" fmla="*/ 3686 h 479510"/>
                <a:gd name="connsiteX4" fmla="*/ 0 w 1739900"/>
                <a:gd name="connsiteY4" fmla="*/ 437441 h 479510"/>
                <a:gd name="connsiteX0" fmla="*/ 1739900 w 1739900"/>
                <a:gd name="connsiteY0" fmla="*/ 386558 h 479427"/>
                <a:gd name="connsiteX1" fmla="*/ 1543050 w 1739900"/>
                <a:gd name="connsiteY1" fmla="*/ 138908 h 479427"/>
                <a:gd name="connsiteX2" fmla="*/ 1181100 w 1739900"/>
                <a:gd name="connsiteY2" fmla="*/ 478374 h 479427"/>
                <a:gd name="connsiteX3" fmla="*/ 565150 w 1739900"/>
                <a:gd name="connsiteY3" fmla="*/ 3603 h 479427"/>
                <a:gd name="connsiteX4" fmla="*/ 0 w 1739900"/>
                <a:gd name="connsiteY4" fmla="*/ 437358 h 479427"/>
                <a:gd name="connsiteX0" fmla="*/ 1739900 w 1739900"/>
                <a:gd name="connsiteY0" fmla="*/ 386517 h 479386"/>
                <a:gd name="connsiteX1" fmla="*/ 1543050 w 1739900"/>
                <a:gd name="connsiteY1" fmla="*/ 138867 h 479386"/>
                <a:gd name="connsiteX2" fmla="*/ 1181100 w 1739900"/>
                <a:gd name="connsiteY2" fmla="*/ 478333 h 479386"/>
                <a:gd name="connsiteX3" fmla="*/ 565150 w 1739900"/>
                <a:gd name="connsiteY3" fmla="*/ 3562 h 479386"/>
                <a:gd name="connsiteX4" fmla="*/ 0 w 1739900"/>
                <a:gd name="connsiteY4" fmla="*/ 437317 h 479386"/>
                <a:gd name="connsiteX0" fmla="*/ 1739900 w 1739900"/>
                <a:gd name="connsiteY0" fmla="*/ 386088 h 478957"/>
                <a:gd name="connsiteX1" fmla="*/ 1543050 w 1739900"/>
                <a:gd name="connsiteY1" fmla="*/ 138438 h 478957"/>
                <a:gd name="connsiteX2" fmla="*/ 1181100 w 1739900"/>
                <a:gd name="connsiteY2" fmla="*/ 477904 h 478957"/>
                <a:gd name="connsiteX3" fmla="*/ 565150 w 1739900"/>
                <a:gd name="connsiteY3" fmla="*/ 3133 h 478957"/>
                <a:gd name="connsiteX4" fmla="*/ 0 w 1739900"/>
                <a:gd name="connsiteY4" fmla="*/ 436888 h 478957"/>
                <a:gd name="connsiteX0" fmla="*/ 1739900 w 1739900"/>
                <a:gd name="connsiteY0" fmla="*/ 385537 h 478406"/>
                <a:gd name="connsiteX1" fmla="*/ 1543050 w 1739900"/>
                <a:gd name="connsiteY1" fmla="*/ 137887 h 478406"/>
                <a:gd name="connsiteX2" fmla="*/ 1181100 w 1739900"/>
                <a:gd name="connsiteY2" fmla="*/ 477353 h 478406"/>
                <a:gd name="connsiteX3" fmla="*/ 565150 w 1739900"/>
                <a:gd name="connsiteY3" fmla="*/ 2582 h 478406"/>
                <a:gd name="connsiteX4" fmla="*/ 0 w 1739900"/>
                <a:gd name="connsiteY4" fmla="*/ 436337 h 478406"/>
                <a:gd name="connsiteX0" fmla="*/ 1739900 w 1739900"/>
                <a:gd name="connsiteY0" fmla="*/ 352941 h 445378"/>
                <a:gd name="connsiteX1" fmla="*/ 1543050 w 1739900"/>
                <a:gd name="connsiteY1" fmla="*/ 105291 h 445378"/>
                <a:gd name="connsiteX2" fmla="*/ 1181100 w 1739900"/>
                <a:gd name="connsiteY2" fmla="*/ 444757 h 445378"/>
                <a:gd name="connsiteX3" fmla="*/ 702310 w 1739900"/>
                <a:gd name="connsiteY3" fmla="*/ 2813 h 445378"/>
                <a:gd name="connsiteX4" fmla="*/ 0 w 1739900"/>
                <a:gd name="connsiteY4" fmla="*/ 403741 h 445378"/>
                <a:gd name="connsiteX0" fmla="*/ 1739900 w 1739900"/>
                <a:gd name="connsiteY0" fmla="*/ 352941 h 445377"/>
                <a:gd name="connsiteX1" fmla="*/ 1543050 w 1739900"/>
                <a:gd name="connsiteY1" fmla="*/ 105291 h 445377"/>
                <a:gd name="connsiteX2" fmla="*/ 1181100 w 1739900"/>
                <a:gd name="connsiteY2" fmla="*/ 444757 h 445377"/>
                <a:gd name="connsiteX3" fmla="*/ 702310 w 1739900"/>
                <a:gd name="connsiteY3" fmla="*/ 2813 h 445377"/>
                <a:gd name="connsiteX4" fmla="*/ 0 w 1739900"/>
                <a:gd name="connsiteY4" fmla="*/ 403741 h 445377"/>
                <a:gd name="connsiteX0" fmla="*/ 1739900 w 1739900"/>
                <a:gd name="connsiteY0" fmla="*/ 352714 h 445150"/>
                <a:gd name="connsiteX1" fmla="*/ 1543050 w 1739900"/>
                <a:gd name="connsiteY1" fmla="*/ 105064 h 445150"/>
                <a:gd name="connsiteX2" fmla="*/ 1181100 w 1739900"/>
                <a:gd name="connsiteY2" fmla="*/ 444530 h 445150"/>
                <a:gd name="connsiteX3" fmla="*/ 702310 w 1739900"/>
                <a:gd name="connsiteY3" fmla="*/ 2586 h 445150"/>
                <a:gd name="connsiteX4" fmla="*/ 0 w 1739900"/>
                <a:gd name="connsiteY4" fmla="*/ 403514 h 445150"/>
                <a:gd name="connsiteX0" fmla="*/ 1739900 w 1739900"/>
                <a:gd name="connsiteY0" fmla="*/ 350167 h 442603"/>
                <a:gd name="connsiteX1" fmla="*/ 1543050 w 1739900"/>
                <a:gd name="connsiteY1" fmla="*/ 102517 h 442603"/>
                <a:gd name="connsiteX2" fmla="*/ 1181100 w 1739900"/>
                <a:gd name="connsiteY2" fmla="*/ 441983 h 442603"/>
                <a:gd name="connsiteX3" fmla="*/ 702310 w 1739900"/>
                <a:gd name="connsiteY3" fmla="*/ 39 h 442603"/>
                <a:gd name="connsiteX4" fmla="*/ 0 w 1739900"/>
                <a:gd name="connsiteY4" fmla="*/ 400967 h 442603"/>
                <a:gd name="connsiteX0" fmla="*/ 1739900 w 1739900"/>
                <a:gd name="connsiteY0" fmla="*/ 350167 h 442603"/>
                <a:gd name="connsiteX1" fmla="*/ 1543050 w 1739900"/>
                <a:gd name="connsiteY1" fmla="*/ 102517 h 442603"/>
                <a:gd name="connsiteX2" fmla="*/ 1181100 w 1739900"/>
                <a:gd name="connsiteY2" fmla="*/ 441983 h 442603"/>
                <a:gd name="connsiteX3" fmla="*/ 702310 w 1739900"/>
                <a:gd name="connsiteY3" fmla="*/ 39 h 442603"/>
                <a:gd name="connsiteX4" fmla="*/ 0 w 1739900"/>
                <a:gd name="connsiteY4" fmla="*/ 400967 h 442603"/>
                <a:gd name="connsiteX0" fmla="*/ 1739900 w 1739900"/>
                <a:gd name="connsiteY0" fmla="*/ 350167 h 442603"/>
                <a:gd name="connsiteX1" fmla="*/ 1543050 w 1739900"/>
                <a:gd name="connsiteY1" fmla="*/ 102517 h 442603"/>
                <a:gd name="connsiteX2" fmla="*/ 1181100 w 1739900"/>
                <a:gd name="connsiteY2" fmla="*/ 441983 h 442603"/>
                <a:gd name="connsiteX3" fmla="*/ 702310 w 1739900"/>
                <a:gd name="connsiteY3" fmla="*/ 39 h 442603"/>
                <a:gd name="connsiteX4" fmla="*/ 0 w 1739900"/>
                <a:gd name="connsiteY4" fmla="*/ 400967 h 442603"/>
                <a:gd name="connsiteX0" fmla="*/ 1739900 w 1739900"/>
                <a:gd name="connsiteY0" fmla="*/ 350397 h 442833"/>
                <a:gd name="connsiteX1" fmla="*/ 1543050 w 1739900"/>
                <a:gd name="connsiteY1" fmla="*/ 102747 h 442833"/>
                <a:gd name="connsiteX2" fmla="*/ 1181100 w 1739900"/>
                <a:gd name="connsiteY2" fmla="*/ 442213 h 442833"/>
                <a:gd name="connsiteX3" fmla="*/ 702310 w 1739900"/>
                <a:gd name="connsiteY3" fmla="*/ 269 h 442833"/>
                <a:gd name="connsiteX4" fmla="*/ 0 w 1739900"/>
                <a:gd name="connsiteY4" fmla="*/ 401197 h 442833"/>
                <a:gd name="connsiteX0" fmla="*/ 1739900 w 1739900"/>
                <a:gd name="connsiteY0" fmla="*/ 350397 h 442833"/>
                <a:gd name="connsiteX1" fmla="*/ 1543050 w 1739900"/>
                <a:gd name="connsiteY1" fmla="*/ 102747 h 442833"/>
                <a:gd name="connsiteX2" fmla="*/ 1181100 w 1739900"/>
                <a:gd name="connsiteY2" fmla="*/ 442213 h 442833"/>
                <a:gd name="connsiteX3" fmla="*/ 702310 w 1739900"/>
                <a:gd name="connsiteY3" fmla="*/ 269 h 442833"/>
                <a:gd name="connsiteX4" fmla="*/ 0 w 1739900"/>
                <a:gd name="connsiteY4" fmla="*/ 401197 h 44283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383982 w 1747520"/>
                <a:gd name="connsiteY1" fmla="*/ 86727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208 h 450249"/>
                <a:gd name="connsiteX1" fmla="*/ 1383982 w 1747520"/>
                <a:gd name="connsiteY1" fmla="*/ 86803 h 450249"/>
                <a:gd name="connsiteX2" fmla="*/ 964882 w 1747520"/>
                <a:gd name="connsiteY2" fmla="*/ 410513 h 450249"/>
                <a:gd name="connsiteX3" fmla="*/ 709930 w 1747520"/>
                <a:gd name="connsiteY3" fmla="*/ 80 h 450249"/>
                <a:gd name="connsiteX4" fmla="*/ 0 w 1747520"/>
                <a:gd name="connsiteY4" fmla="*/ 450249 h 450249"/>
                <a:gd name="connsiteX0" fmla="*/ 1747520 w 1747520"/>
                <a:gd name="connsiteY0" fmla="*/ 397467 h 497508"/>
                <a:gd name="connsiteX1" fmla="*/ 1383982 w 1747520"/>
                <a:gd name="connsiteY1" fmla="*/ 134062 h 497508"/>
                <a:gd name="connsiteX2" fmla="*/ 964882 w 1747520"/>
                <a:gd name="connsiteY2" fmla="*/ 457772 h 497508"/>
                <a:gd name="connsiteX3" fmla="*/ 262255 w 1747520"/>
                <a:gd name="connsiteY3" fmla="*/ 73 h 497508"/>
                <a:gd name="connsiteX4" fmla="*/ 0 w 1747520"/>
                <a:gd name="connsiteY4" fmla="*/ 497508 h 497508"/>
                <a:gd name="connsiteX0" fmla="*/ 2009458 w 2009458"/>
                <a:gd name="connsiteY0" fmla="*/ 397422 h 481708"/>
                <a:gd name="connsiteX1" fmla="*/ 1645920 w 2009458"/>
                <a:gd name="connsiteY1" fmla="*/ 134017 h 481708"/>
                <a:gd name="connsiteX2" fmla="*/ 1226820 w 2009458"/>
                <a:gd name="connsiteY2" fmla="*/ 457727 h 481708"/>
                <a:gd name="connsiteX3" fmla="*/ 524193 w 2009458"/>
                <a:gd name="connsiteY3" fmla="*/ 28 h 481708"/>
                <a:gd name="connsiteX4" fmla="*/ 0 w 2009458"/>
                <a:gd name="connsiteY4" fmla="*/ 481708 h 481708"/>
                <a:gd name="connsiteX0" fmla="*/ 2009458 w 2009458"/>
                <a:gd name="connsiteY0" fmla="*/ 397505 h 481791"/>
                <a:gd name="connsiteX1" fmla="*/ 1645920 w 2009458"/>
                <a:gd name="connsiteY1" fmla="*/ 134100 h 481791"/>
                <a:gd name="connsiteX2" fmla="*/ 1222057 w 2009458"/>
                <a:gd name="connsiteY2" fmla="*/ 434176 h 481791"/>
                <a:gd name="connsiteX3" fmla="*/ 524193 w 2009458"/>
                <a:gd name="connsiteY3" fmla="*/ 111 h 481791"/>
                <a:gd name="connsiteX4" fmla="*/ 0 w 2009458"/>
                <a:gd name="connsiteY4" fmla="*/ 481791 h 481791"/>
                <a:gd name="connsiteX0" fmla="*/ 2009458 w 2009458"/>
                <a:gd name="connsiteY0" fmla="*/ 397505 h 481791"/>
                <a:gd name="connsiteX1" fmla="*/ 1645920 w 2009458"/>
                <a:gd name="connsiteY1" fmla="*/ 134100 h 481791"/>
                <a:gd name="connsiteX2" fmla="*/ 1222057 w 2009458"/>
                <a:gd name="connsiteY2" fmla="*/ 434176 h 481791"/>
                <a:gd name="connsiteX3" fmla="*/ 524193 w 2009458"/>
                <a:gd name="connsiteY3" fmla="*/ 111 h 481791"/>
                <a:gd name="connsiteX4" fmla="*/ 0 w 2009458"/>
                <a:gd name="connsiteY4" fmla="*/ 481791 h 481791"/>
                <a:gd name="connsiteX0" fmla="*/ 2009458 w 2009458"/>
                <a:gd name="connsiteY0" fmla="*/ 397505 h 481791"/>
                <a:gd name="connsiteX1" fmla="*/ 1660208 w 2009458"/>
                <a:gd name="connsiteY1" fmla="*/ 141979 h 481791"/>
                <a:gd name="connsiteX2" fmla="*/ 1222057 w 2009458"/>
                <a:gd name="connsiteY2" fmla="*/ 434176 h 481791"/>
                <a:gd name="connsiteX3" fmla="*/ 524193 w 2009458"/>
                <a:gd name="connsiteY3" fmla="*/ 111 h 481791"/>
                <a:gd name="connsiteX4" fmla="*/ 0 w 2009458"/>
                <a:gd name="connsiteY4" fmla="*/ 481791 h 481791"/>
                <a:gd name="connsiteX0" fmla="*/ 1871345 w 1871345"/>
                <a:gd name="connsiteY0" fmla="*/ 397445 h 435404"/>
                <a:gd name="connsiteX1" fmla="*/ 1522095 w 1871345"/>
                <a:gd name="connsiteY1" fmla="*/ 141919 h 435404"/>
                <a:gd name="connsiteX2" fmla="*/ 1083944 w 1871345"/>
                <a:gd name="connsiteY2" fmla="*/ 434116 h 435404"/>
                <a:gd name="connsiteX3" fmla="*/ 386080 w 1871345"/>
                <a:gd name="connsiteY3" fmla="*/ 51 h 435404"/>
                <a:gd name="connsiteX4" fmla="*/ 0 w 1871345"/>
                <a:gd name="connsiteY4" fmla="*/ 402955 h 435404"/>
                <a:gd name="connsiteX0" fmla="*/ 1871345 w 1871345"/>
                <a:gd name="connsiteY0" fmla="*/ 397463 h 435421"/>
                <a:gd name="connsiteX1" fmla="*/ 1522095 w 1871345"/>
                <a:gd name="connsiteY1" fmla="*/ 141937 h 435421"/>
                <a:gd name="connsiteX2" fmla="*/ 1083944 w 1871345"/>
                <a:gd name="connsiteY2" fmla="*/ 434134 h 435421"/>
                <a:gd name="connsiteX3" fmla="*/ 386080 w 1871345"/>
                <a:gd name="connsiteY3" fmla="*/ 69 h 435421"/>
                <a:gd name="connsiteX4" fmla="*/ 0 w 1871345"/>
                <a:gd name="connsiteY4" fmla="*/ 402973 h 435421"/>
                <a:gd name="connsiteX0" fmla="*/ 1871345 w 1871345"/>
                <a:gd name="connsiteY0" fmla="*/ 397461 h 435419"/>
                <a:gd name="connsiteX1" fmla="*/ 1522095 w 1871345"/>
                <a:gd name="connsiteY1" fmla="*/ 141935 h 435419"/>
                <a:gd name="connsiteX2" fmla="*/ 1083944 w 1871345"/>
                <a:gd name="connsiteY2" fmla="*/ 434132 h 435419"/>
                <a:gd name="connsiteX3" fmla="*/ 386080 w 1871345"/>
                <a:gd name="connsiteY3" fmla="*/ 67 h 435419"/>
                <a:gd name="connsiteX4" fmla="*/ 0 w 1871345"/>
                <a:gd name="connsiteY4" fmla="*/ 402971 h 435419"/>
                <a:gd name="connsiteX0" fmla="*/ 1871345 w 1871345"/>
                <a:gd name="connsiteY0" fmla="*/ 421090 h 459478"/>
                <a:gd name="connsiteX1" fmla="*/ 1522095 w 1871345"/>
                <a:gd name="connsiteY1" fmla="*/ 165564 h 459478"/>
                <a:gd name="connsiteX2" fmla="*/ 1083944 w 1871345"/>
                <a:gd name="connsiteY2" fmla="*/ 457761 h 459478"/>
                <a:gd name="connsiteX3" fmla="*/ 386080 w 1871345"/>
                <a:gd name="connsiteY3" fmla="*/ 63 h 459478"/>
                <a:gd name="connsiteX4" fmla="*/ 0 w 1871345"/>
                <a:gd name="connsiteY4" fmla="*/ 426600 h 459478"/>
                <a:gd name="connsiteX0" fmla="*/ 1871345 w 1871345"/>
                <a:gd name="connsiteY0" fmla="*/ 421090 h 457801"/>
                <a:gd name="connsiteX1" fmla="*/ 1522095 w 1871345"/>
                <a:gd name="connsiteY1" fmla="*/ 165564 h 457801"/>
                <a:gd name="connsiteX2" fmla="*/ 1083944 w 1871345"/>
                <a:gd name="connsiteY2" fmla="*/ 457761 h 457801"/>
                <a:gd name="connsiteX3" fmla="*/ 386080 w 1871345"/>
                <a:gd name="connsiteY3" fmla="*/ 63 h 457801"/>
                <a:gd name="connsiteX4" fmla="*/ 0 w 1871345"/>
                <a:gd name="connsiteY4" fmla="*/ 426600 h 45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1345" h="457801">
                  <a:moveTo>
                    <a:pt x="1871345" y="421090"/>
                  </a:moveTo>
                  <a:cubicBezTo>
                    <a:pt x="1702541" y="409771"/>
                    <a:pt x="1653328" y="159452"/>
                    <a:pt x="1522095" y="165564"/>
                  </a:cubicBezTo>
                  <a:cubicBezTo>
                    <a:pt x="1390862" y="171676"/>
                    <a:pt x="1278043" y="461711"/>
                    <a:pt x="1083944" y="457761"/>
                  </a:cubicBezTo>
                  <a:cubicBezTo>
                    <a:pt x="889845" y="453811"/>
                    <a:pt x="566737" y="5256"/>
                    <a:pt x="386080" y="63"/>
                  </a:cubicBezTo>
                  <a:cubicBezTo>
                    <a:pt x="205423" y="-5130"/>
                    <a:pt x="109749" y="315518"/>
                    <a:pt x="0" y="426600"/>
                  </a:cubicBezTo>
                </a:path>
              </a:pathLst>
            </a:custGeom>
            <a:noFill/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03CEF30B-7331-517C-9387-41E866DD059D}"/>
                </a:ext>
              </a:extLst>
            </p:cNvPr>
            <p:cNvSpPr txBox="1"/>
            <p:nvPr/>
          </p:nvSpPr>
          <p:spPr>
            <a:xfrm>
              <a:off x="621363" y="4155018"/>
              <a:ext cx="5096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800" dirty="0"/>
                <a:t>To s</a:t>
              </a:r>
              <a:r>
                <a:rPr kumimoji="1" lang="en-US" altLang="ja-JP" sz="1800" dirty="0"/>
                <a:t>hield scattered protons going above ground</a:t>
              </a:r>
              <a:endParaRPr kumimoji="1" lang="ja-JP" altLang="en-US" sz="1800" dirty="0"/>
            </a:p>
          </p:txBody>
        </p: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9E96359F-3365-7BE7-2AA6-2544CAD6B8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5453" y="2347506"/>
              <a:ext cx="205120" cy="1862289"/>
            </a:xfrm>
            <a:prstGeom prst="straightConnector1">
              <a:avLst/>
            </a:prstGeom>
            <a:ln>
              <a:solidFill>
                <a:schemeClr val="tx1"/>
              </a:solidFill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919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10</Words>
  <Application>Microsoft Office PowerPoint</Application>
  <PresentationFormat>ユーザー設定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 Semibold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Uchiyama</dc:creator>
  <cp:lastModifiedBy>Yusuke Uchiyama</cp:lastModifiedBy>
  <cp:revision>2</cp:revision>
  <dcterms:created xsi:type="dcterms:W3CDTF">2024-12-24T07:01:47Z</dcterms:created>
  <dcterms:modified xsi:type="dcterms:W3CDTF">2024-12-26T07:52:28Z</dcterms:modified>
</cp:coreProperties>
</file>