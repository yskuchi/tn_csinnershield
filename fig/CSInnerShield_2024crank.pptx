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notesMasterIdLst>
    <p:notesMasterId r:id="rId3"/>
  </p:notesMasterIdLst>
  <p:sldIdLst>
    <p:sldId id="1537" r:id="rId2"/>
  </p:sldIdLst>
  <p:sldSz cx="10080625" cy="4140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57F0DA-BD17-4B3C-AD17-239AADA19A9F}" v="14" dt="2025-12-16T06:05:03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72" autoAdjust="0"/>
    <p:restoredTop sz="94660"/>
  </p:normalViewPr>
  <p:slideViewPr>
    <p:cSldViewPr snapToGrid="0">
      <p:cViewPr>
        <p:scale>
          <a:sx n="100" d="100"/>
          <a:sy n="100" d="100"/>
        </p:scale>
        <p:origin x="186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8DA8F7F8-1A63-4483-BCFA-22CC77006ABC}"/>
    <pc:docChg chg="undo custSel modSld modMainMaster modNotesMaster">
      <pc:chgData name="UCHIYAMA Yuusuke" userId="758e3d5f-3bbb-4028-bd3a-66c5ef996226" providerId="ADAL" clId="{8DA8F7F8-1A63-4483-BCFA-22CC77006ABC}" dt="2025-12-16T06:05:18.801" v="82" actId="1035"/>
      <pc:docMkLst>
        <pc:docMk/>
      </pc:docMkLst>
      <pc:sldChg chg="addSp delSp modSp mod">
        <pc:chgData name="UCHIYAMA Yuusuke" userId="758e3d5f-3bbb-4028-bd3a-66c5ef996226" providerId="ADAL" clId="{8DA8F7F8-1A63-4483-BCFA-22CC77006ABC}" dt="2025-12-16T06:05:18.801" v="82" actId="1035"/>
        <pc:sldMkLst>
          <pc:docMk/>
          <pc:sldMk cId="3928645458" sldId="1537"/>
        </pc:sldMkLst>
        <pc:picChg chg="del">
          <ac:chgData name="UCHIYAMA Yuusuke" userId="758e3d5f-3bbb-4028-bd3a-66c5ef996226" providerId="ADAL" clId="{8DA8F7F8-1A63-4483-BCFA-22CC77006ABC}" dt="2025-12-16T05:14:09.183" v="1" actId="21"/>
          <ac:picMkLst>
            <pc:docMk/>
            <pc:sldMk cId="3928645458" sldId="1537"/>
            <ac:picMk id="2" creationId="{DB916224-6896-91C5-2C6F-8B55A2B5E67B}"/>
          </ac:picMkLst>
        </pc:picChg>
        <pc:picChg chg="del">
          <ac:chgData name="UCHIYAMA Yuusuke" userId="758e3d5f-3bbb-4028-bd3a-66c5ef996226" providerId="ADAL" clId="{8DA8F7F8-1A63-4483-BCFA-22CC77006ABC}" dt="2025-12-16T05:14:10.054" v="2" actId="21"/>
          <ac:picMkLst>
            <pc:docMk/>
            <pc:sldMk cId="3928645458" sldId="1537"/>
            <ac:picMk id="3" creationId="{16D4CB4C-53AA-4E9E-EF04-B1079B1D0BCB}"/>
          </ac:picMkLst>
        </pc:picChg>
        <pc:picChg chg="add mod modCrop">
          <ac:chgData name="UCHIYAMA Yuusuke" userId="758e3d5f-3bbb-4028-bd3a-66c5ef996226" providerId="ADAL" clId="{8DA8F7F8-1A63-4483-BCFA-22CC77006ABC}" dt="2025-12-16T06:05:12.167" v="80" actId="1037"/>
          <ac:picMkLst>
            <pc:docMk/>
            <pc:sldMk cId="3928645458" sldId="1537"/>
            <ac:picMk id="4" creationId="{037C182F-CD71-0BE1-B659-39EC3A2CB0CD}"/>
          </ac:picMkLst>
        </pc:picChg>
        <pc:picChg chg="add mod">
          <ac:chgData name="UCHIYAMA Yuusuke" userId="758e3d5f-3bbb-4028-bd3a-66c5ef996226" providerId="ADAL" clId="{8DA8F7F8-1A63-4483-BCFA-22CC77006ABC}" dt="2025-12-16T06:05:18.801" v="82" actId="1035"/>
          <ac:picMkLst>
            <pc:docMk/>
            <pc:sldMk cId="3928645458" sldId="1537"/>
            <ac:picMk id="6" creationId="{403BC5B7-AB0D-8C6D-EA0F-744BA86D1FC7}"/>
          </ac:picMkLst>
        </pc:picChg>
        <pc:picChg chg="add mod">
          <ac:chgData name="UCHIYAMA Yuusuke" userId="758e3d5f-3bbb-4028-bd3a-66c5ef996226" providerId="ADAL" clId="{8DA8F7F8-1A63-4483-BCFA-22CC77006ABC}" dt="2025-12-16T06:05:18.801" v="82" actId="1035"/>
          <ac:picMkLst>
            <pc:docMk/>
            <pc:sldMk cId="3928645458" sldId="1537"/>
            <ac:picMk id="8" creationId="{008F4442-8697-B523-9069-23302DBE20A1}"/>
          </ac:picMkLst>
        </pc:picChg>
      </pc:sldChg>
      <pc:sldMasterChg chg="modSp modSldLayout">
        <pc:chgData name="UCHIYAMA Yuusuke" userId="758e3d5f-3bbb-4028-bd3a-66c5ef996226" providerId="ADAL" clId="{8DA8F7F8-1A63-4483-BCFA-22CC77006ABC}" dt="2025-12-16T05:14:33.391" v="4"/>
        <pc:sldMasterMkLst>
          <pc:docMk/>
          <pc:sldMasterMk cId="3791962902" sldId="2147483702"/>
        </pc:sldMasterMkLst>
        <pc:spChg chg="mod">
          <ac:chgData name="UCHIYAMA Yuusuke" userId="758e3d5f-3bbb-4028-bd3a-66c5ef996226" providerId="ADAL" clId="{8DA8F7F8-1A63-4483-BCFA-22CC77006ABC}" dt="2025-12-16T05:14:33.391" v="4"/>
          <ac:spMkLst>
            <pc:docMk/>
            <pc:sldMasterMk cId="3791962902" sldId="2147483702"/>
            <ac:spMk id="2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5:14:33.391" v="4"/>
          <ac:spMkLst>
            <pc:docMk/>
            <pc:sldMasterMk cId="3791962902" sldId="2147483702"/>
            <ac:spMk id="3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5:14:33.391" v="4"/>
          <ac:spMkLst>
            <pc:docMk/>
            <pc:sldMasterMk cId="3791962902" sldId="2147483702"/>
            <ac:spMk id="4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5:14:33.391" v="4"/>
          <ac:spMkLst>
            <pc:docMk/>
            <pc:sldMasterMk cId="3791962902" sldId="2147483702"/>
            <ac:spMk id="5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5:14:33.391" v="4"/>
          <ac:spMkLst>
            <pc:docMk/>
            <pc:sldMasterMk cId="3791962902" sldId="2147483702"/>
            <ac:spMk id="6" creationId="{00000000-0000-0000-0000-000000000000}"/>
          </ac:spMkLst>
        </pc:spChg>
        <pc:sldLayoutChg chg="modSp">
          <pc:chgData name="UCHIYAMA Yuusuke" userId="758e3d5f-3bbb-4028-bd3a-66c5ef996226" providerId="ADAL" clId="{8DA8F7F8-1A63-4483-BCFA-22CC77006ABC}" dt="2025-12-16T05:14:33.391" v="4"/>
          <pc:sldLayoutMkLst>
            <pc:docMk/>
            <pc:sldMasterMk cId="3791962902" sldId="2147483702"/>
            <pc:sldLayoutMk cId="2020187000" sldId="2147483703"/>
          </pc:sldLayoutMkLst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2020187000" sldId="2147483703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2020187000" sldId="2147483703"/>
              <ac:spMk id="3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4:33.391" v="4"/>
          <pc:sldLayoutMkLst>
            <pc:docMk/>
            <pc:sldMasterMk cId="3791962902" sldId="2147483702"/>
            <pc:sldLayoutMk cId="3003522752" sldId="2147483705"/>
          </pc:sldLayoutMkLst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003522752" sldId="2147483705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003522752" sldId="2147483705"/>
              <ac:spMk id="3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4:33.391" v="4"/>
          <pc:sldLayoutMkLst>
            <pc:docMk/>
            <pc:sldMasterMk cId="3791962902" sldId="2147483702"/>
            <pc:sldLayoutMk cId="762049979" sldId="2147483706"/>
          </pc:sldLayoutMkLst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762049979" sldId="2147483706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762049979" sldId="2147483706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4:33.391" v="4"/>
          <pc:sldLayoutMkLst>
            <pc:docMk/>
            <pc:sldMasterMk cId="3791962902" sldId="2147483702"/>
            <pc:sldLayoutMk cId="308947944" sldId="2147483707"/>
          </pc:sldLayoutMkLst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08947944" sldId="2147483707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08947944" sldId="2147483707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08947944" sldId="2147483707"/>
              <ac:spMk id="4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08947944" sldId="2147483707"/>
              <ac:spMk id="5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08947944" sldId="2147483707"/>
              <ac:spMk id="6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4:33.391" v="4"/>
          <pc:sldLayoutMkLst>
            <pc:docMk/>
            <pc:sldMasterMk cId="3791962902" sldId="2147483702"/>
            <pc:sldLayoutMk cId="2102377338" sldId="2147483710"/>
          </pc:sldLayoutMkLst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2102377338" sldId="2147483710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2102377338" sldId="2147483710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2102377338" sldId="2147483710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4:33.391" v="4"/>
          <pc:sldLayoutMkLst>
            <pc:docMk/>
            <pc:sldMasterMk cId="3791962902" sldId="2147483702"/>
            <pc:sldLayoutMk cId="3924118915" sldId="2147483711"/>
          </pc:sldLayoutMkLst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924118915" sldId="2147483711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924118915" sldId="2147483711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3924118915" sldId="2147483711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4:33.391" v="4"/>
          <pc:sldLayoutMkLst>
            <pc:docMk/>
            <pc:sldMasterMk cId="3791962902" sldId="2147483702"/>
            <pc:sldLayoutMk cId="2923584297" sldId="2147483713"/>
          </pc:sldLayoutMkLst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2923584297" sldId="2147483713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4:33.391" v="4"/>
            <ac:spMkLst>
              <pc:docMk/>
              <pc:sldMasterMk cId="3791962902" sldId="2147483702"/>
              <pc:sldLayoutMk cId="2923584297" sldId="2147483713"/>
              <ac:spMk id="3" creationId="{00000000-0000-0000-0000-000000000000}"/>
            </ac:spMkLst>
          </pc:spChg>
        </pc:sldLayoutChg>
      </pc:sldMasterChg>
      <pc:sldMasterChg chg="modSp modSldLayout">
        <pc:chgData name="UCHIYAMA Yuusuke" userId="758e3d5f-3bbb-4028-bd3a-66c5ef996226" providerId="ADAL" clId="{8DA8F7F8-1A63-4483-BCFA-22CC77006ABC}" dt="2025-12-16T05:16:28.243" v="17"/>
        <pc:sldMasterMkLst>
          <pc:docMk/>
          <pc:sldMasterMk cId="2535912059" sldId="2147483741"/>
        </pc:sldMasterMkLst>
        <pc:spChg chg="mod">
          <ac:chgData name="UCHIYAMA Yuusuke" userId="758e3d5f-3bbb-4028-bd3a-66c5ef996226" providerId="ADAL" clId="{8DA8F7F8-1A63-4483-BCFA-22CC77006ABC}" dt="2025-12-16T05:16:28.243" v="17"/>
          <ac:spMkLst>
            <pc:docMk/>
            <pc:sldMasterMk cId="2535912059" sldId="2147483741"/>
            <ac:spMk id="2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5:16:28.243" v="17"/>
          <ac:spMkLst>
            <pc:docMk/>
            <pc:sldMasterMk cId="2535912059" sldId="2147483741"/>
            <ac:spMk id="3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5:16:28.243" v="17"/>
          <ac:spMkLst>
            <pc:docMk/>
            <pc:sldMasterMk cId="2535912059" sldId="2147483741"/>
            <ac:spMk id="4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5:16:28.243" v="17"/>
          <ac:spMkLst>
            <pc:docMk/>
            <pc:sldMasterMk cId="2535912059" sldId="2147483741"/>
            <ac:spMk id="5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5:16:28.243" v="17"/>
          <ac:spMkLst>
            <pc:docMk/>
            <pc:sldMasterMk cId="2535912059" sldId="2147483741"/>
            <ac:spMk id="6" creationId="{00000000-0000-0000-0000-000000000000}"/>
          </ac:spMkLst>
        </pc:spChg>
        <pc:sldLayoutChg chg="modSp">
          <pc:chgData name="UCHIYAMA Yuusuke" userId="758e3d5f-3bbb-4028-bd3a-66c5ef996226" providerId="ADAL" clId="{8DA8F7F8-1A63-4483-BCFA-22CC77006ABC}" dt="2025-12-16T05:16:28.243" v="17"/>
          <pc:sldLayoutMkLst>
            <pc:docMk/>
            <pc:sldMasterMk cId="2535912059" sldId="2147483741"/>
            <pc:sldLayoutMk cId="3461473699" sldId="2147483742"/>
          </pc:sldLayoutMkLst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3461473699" sldId="2147483742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3461473699" sldId="2147483742"/>
              <ac:spMk id="3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6:28.243" v="17"/>
          <pc:sldLayoutMkLst>
            <pc:docMk/>
            <pc:sldMasterMk cId="2535912059" sldId="2147483741"/>
            <pc:sldLayoutMk cId="1106768086" sldId="2147483744"/>
          </pc:sldLayoutMkLst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1106768086" sldId="2147483744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1106768086" sldId="2147483744"/>
              <ac:spMk id="3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6:28.243" v="17"/>
          <pc:sldLayoutMkLst>
            <pc:docMk/>
            <pc:sldMasterMk cId="2535912059" sldId="2147483741"/>
            <pc:sldLayoutMk cId="4073564962" sldId="2147483745"/>
          </pc:sldLayoutMkLst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4073564962" sldId="2147483745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4073564962" sldId="2147483745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6:28.243" v="17"/>
          <pc:sldLayoutMkLst>
            <pc:docMk/>
            <pc:sldMasterMk cId="2535912059" sldId="2147483741"/>
            <pc:sldLayoutMk cId="217107820" sldId="2147483746"/>
          </pc:sldLayoutMkLst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217107820" sldId="2147483746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217107820" sldId="2147483746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217107820" sldId="2147483746"/>
              <ac:spMk id="4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217107820" sldId="2147483746"/>
              <ac:spMk id="5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217107820" sldId="2147483746"/>
              <ac:spMk id="6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6:28.243" v="17"/>
          <pc:sldLayoutMkLst>
            <pc:docMk/>
            <pc:sldMasterMk cId="2535912059" sldId="2147483741"/>
            <pc:sldLayoutMk cId="4016883079" sldId="2147483749"/>
          </pc:sldLayoutMkLst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4016883079" sldId="2147483749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4016883079" sldId="2147483749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4016883079" sldId="2147483749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6:28.243" v="17"/>
          <pc:sldLayoutMkLst>
            <pc:docMk/>
            <pc:sldMasterMk cId="2535912059" sldId="2147483741"/>
            <pc:sldLayoutMk cId="3233931138" sldId="2147483750"/>
          </pc:sldLayoutMkLst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3233931138" sldId="2147483750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3233931138" sldId="2147483750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3233931138" sldId="2147483750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5:16:28.243" v="17"/>
          <pc:sldLayoutMkLst>
            <pc:docMk/>
            <pc:sldMasterMk cId="2535912059" sldId="2147483741"/>
            <pc:sldLayoutMk cId="2102115529" sldId="2147483752"/>
          </pc:sldLayoutMkLst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2102115529" sldId="2147483752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5:16:28.243" v="17"/>
            <ac:spMkLst>
              <pc:docMk/>
              <pc:sldMasterMk cId="2535912059" sldId="2147483741"/>
              <pc:sldLayoutMk cId="2102115529" sldId="2147483752"/>
              <ac:spMk id="3" creationId="{00000000-0000-0000-0000-000000000000}"/>
            </ac:spMkLst>
          </pc:spChg>
        </pc:sldLayoutChg>
      </pc:sldMasterChg>
      <pc:sldMasterChg chg="modSp modSldLayout">
        <pc:chgData name="UCHIYAMA Yuusuke" userId="758e3d5f-3bbb-4028-bd3a-66c5ef996226" providerId="ADAL" clId="{8DA8F7F8-1A63-4483-BCFA-22CC77006ABC}" dt="2025-12-16T06:04:55.818" v="36"/>
        <pc:sldMasterMkLst>
          <pc:docMk/>
          <pc:sldMasterMk cId="1500420492" sldId="2147483780"/>
        </pc:sldMasterMkLst>
        <pc:spChg chg="mod">
          <ac:chgData name="UCHIYAMA Yuusuke" userId="758e3d5f-3bbb-4028-bd3a-66c5ef996226" providerId="ADAL" clId="{8DA8F7F8-1A63-4483-BCFA-22CC77006ABC}" dt="2025-12-16T06:04:55.818" v="36"/>
          <ac:spMkLst>
            <pc:docMk/>
            <pc:sldMasterMk cId="1500420492" sldId="2147483780"/>
            <ac:spMk id="2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6:04:55.818" v="36"/>
          <ac:spMkLst>
            <pc:docMk/>
            <pc:sldMasterMk cId="1500420492" sldId="2147483780"/>
            <ac:spMk id="3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6:04:55.818" v="36"/>
          <ac:spMkLst>
            <pc:docMk/>
            <pc:sldMasterMk cId="1500420492" sldId="2147483780"/>
            <ac:spMk id="4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6:04:55.818" v="36"/>
          <ac:spMkLst>
            <pc:docMk/>
            <pc:sldMasterMk cId="1500420492" sldId="2147483780"/>
            <ac:spMk id="5" creationId="{00000000-0000-0000-0000-000000000000}"/>
          </ac:spMkLst>
        </pc:spChg>
        <pc:spChg chg="mod">
          <ac:chgData name="UCHIYAMA Yuusuke" userId="758e3d5f-3bbb-4028-bd3a-66c5ef996226" providerId="ADAL" clId="{8DA8F7F8-1A63-4483-BCFA-22CC77006ABC}" dt="2025-12-16T06:04:55.818" v="36"/>
          <ac:spMkLst>
            <pc:docMk/>
            <pc:sldMasterMk cId="1500420492" sldId="2147483780"/>
            <ac:spMk id="6" creationId="{00000000-0000-0000-0000-000000000000}"/>
          </ac:spMkLst>
        </pc:spChg>
        <pc:sldLayoutChg chg="modSp">
          <pc:chgData name="UCHIYAMA Yuusuke" userId="758e3d5f-3bbb-4028-bd3a-66c5ef996226" providerId="ADAL" clId="{8DA8F7F8-1A63-4483-BCFA-22CC77006ABC}" dt="2025-12-16T06:04:55.818" v="36"/>
          <pc:sldLayoutMkLst>
            <pc:docMk/>
            <pc:sldMasterMk cId="1500420492" sldId="2147483780"/>
            <pc:sldLayoutMk cId="1258310729" sldId="2147483781"/>
          </pc:sldLayoutMkLst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258310729" sldId="2147483781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258310729" sldId="2147483781"/>
              <ac:spMk id="3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6:04:55.818" v="36"/>
          <pc:sldLayoutMkLst>
            <pc:docMk/>
            <pc:sldMasterMk cId="1500420492" sldId="2147483780"/>
            <pc:sldLayoutMk cId="2771669713" sldId="2147483783"/>
          </pc:sldLayoutMkLst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2771669713" sldId="2147483783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2771669713" sldId="2147483783"/>
              <ac:spMk id="3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6:04:55.818" v="36"/>
          <pc:sldLayoutMkLst>
            <pc:docMk/>
            <pc:sldMasterMk cId="1500420492" sldId="2147483780"/>
            <pc:sldLayoutMk cId="166123155" sldId="2147483784"/>
          </pc:sldLayoutMkLst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66123155" sldId="2147483784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66123155" sldId="2147483784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6:04:55.818" v="36"/>
          <pc:sldLayoutMkLst>
            <pc:docMk/>
            <pc:sldMasterMk cId="1500420492" sldId="2147483780"/>
            <pc:sldLayoutMk cId="1559173991" sldId="2147483785"/>
          </pc:sldLayoutMkLst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559173991" sldId="2147483785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559173991" sldId="2147483785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559173991" sldId="2147483785"/>
              <ac:spMk id="4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559173991" sldId="2147483785"/>
              <ac:spMk id="5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559173991" sldId="2147483785"/>
              <ac:spMk id="6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6:04:55.818" v="36"/>
          <pc:sldLayoutMkLst>
            <pc:docMk/>
            <pc:sldMasterMk cId="1500420492" sldId="2147483780"/>
            <pc:sldLayoutMk cId="2407146490" sldId="2147483788"/>
          </pc:sldLayoutMkLst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2407146490" sldId="2147483788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2407146490" sldId="2147483788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2407146490" sldId="2147483788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6:04:55.818" v="36"/>
          <pc:sldLayoutMkLst>
            <pc:docMk/>
            <pc:sldMasterMk cId="1500420492" sldId="2147483780"/>
            <pc:sldLayoutMk cId="606675541" sldId="2147483789"/>
          </pc:sldLayoutMkLst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606675541" sldId="2147483789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606675541" sldId="2147483789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606675541" sldId="2147483789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8DA8F7F8-1A63-4483-BCFA-22CC77006ABC}" dt="2025-12-16T06:04:55.818" v="36"/>
          <pc:sldLayoutMkLst>
            <pc:docMk/>
            <pc:sldMasterMk cId="1500420492" sldId="2147483780"/>
            <pc:sldLayoutMk cId="1029939094" sldId="2147483791"/>
          </pc:sldLayoutMkLst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029939094" sldId="2147483791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8DA8F7F8-1A63-4483-BCFA-22CC77006ABC}" dt="2025-12-16T06:04:55.818" v="36"/>
            <ac:spMkLst>
              <pc:docMk/>
              <pc:sldMasterMk cId="1500420492" sldId="2147483780"/>
              <pc:sldLayoutMk cId="1029939094" sldId="214748379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86CA0-9E40-4E54-B8E0-73FE17323832}" type="datetimeFigureOut">
              <a:rPr kumimoji="1" lang="ja-JP" altLang="en-US" smtClean="0"/>
              <a:t>2025/12/16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327025" y="1143000"/>
            <a:ext cx="7512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9E042-06D8-45F4-A7EF-697D57D2D2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1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1pPr>
    <a:lvl2pPr marL="336932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2pPr>
    <a:lvl3pPr marL="673864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3pPr>
    <a:lvl4pPr marL="1010796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4pPr>
    <a:lvl5pPr marL="1347729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5pPr>
    <a:lvl6pPr marL="1684661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6pPr>
    <a:lvl7pPr marL="2021593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7pPr>
    <a:lvl8pPr marL="2358525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8pPr>
    <a:lvl9pPr marL="2695457" algn="l" defTabSz="673864" rtl="0" eaLnBrk="1" latinLnBrk="0" hangingPunct="1">
      <a:defRPr kumimoji="1" sz="8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078" y="677575"/>
            <a:ext cx="7560469" cy="1441403"/>
          </a:xfrm>
        </p:spPr>
        <p:txBody>
          <a:bodyPr anchor="b"/>
          <a:lstStyle>
            <a:lvl1pPr algn="ctr">
              <a:defRPr sz="362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078" y="2174564"/>
            <a:ext cx="7560469" cy="999590"/>
          </a:xfrm>
        </p:spPr>
        <p:txBody>
          <a:bodyPr/>
          <a:lstStyle>
            <a:lvl1pPr marL="0" indent="0" algn="ctr">
              <a:buNone/>
              <a:defRPr sz="1449"/>
            </a:lvl1pPr>
            <a:lvl2pPr marL="276012" indent="0" algn="ctr">
              <a:buNone/>
              <a:defRPr sz="1207"/>
            </a:lvl2pPr>
            <a:lvl3pPr marL="552023" indent="0" algn="ctr">
              <a:buNone/>
              <a:defRPr sz="1087"/>
            </a:lvl3pPr>
            <a:lvl4pPr marL="828035" indent="0" algn="ctr">
              <a:buNone/>
              <a:defRPr sz="966"/>
            </a:lvl4pPr>
            <a:lvl5pPr marL="1104047" indent="0" algn="ctr">
              <a:buNone/>
              <a:defRPr sz="966"/>
            </a:lvl5pPr>
            <a:lvl6pPr marL="1380058" indent="0" algn="ctr">
              <a:buNone/>
              <a:defRPr sz="966"/>
            </a:lvl6pPr>
            <a:lvl7pPr marL="1656070" indent="0" algn="ctr">
              <a:buNone/>
              <a:defRPr sz="966"/>
            </a:lvl7pPr>
            <a:lvl8pPr marL="1932081" indent="0" algn="ctr">
              <a:buNone/>
              <a:defRPr sz="966"/>
            </a:lvl8pPr>
            <a:lvl9pPr marL="2208093" indent="0" algn="ctr">
              <a:buNone/>
              <a:defRPr sz="96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4422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4016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93" y="1032175"/>
            <a:ext cx="8694539" cy="1722208"/>
          </a:xfrm>
        </p:spPr>
        <p:txBody>
          <a:bodyPr anchor="b"/>
          <a:lstStyle>
            <a:lvl1pPr>
              <a:defRPr sz="362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93" y="2770676"/>
            <a:ext cx="8694539" cy="905668"/>
          </a:xfrm>
        </p:spPr>
        <p:txBody>
          <a:bodyPr/>
          <a:lstStyle>
            <a:lvl1pPr marL="0" indent="0">
              <a:buNone/>
              <a:defRPr sz="1449">
                <a:solidFill>
                  <a:schemeClr val="tx1">
                    <a:tint val="82000"/>
                  </a:schemeClr>
                </a:solidFill>
              </a:defRPr>
            </a:lvl1pPr>
            <a:lvl2pPr marL="276012" indent="0">
              <a:buNone/>
              <a:defRPr sz="1207">
                <a:solidFill>
                  <a:schemeClr val="tx1">
                    <a:tint val="82000"/>
                  </a:schemeClr>
                </a:solidFill>
              </a:defRPr>
            </a:lvl2pPr>
            <a:lvl3pPr marL="552023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3pPr>
            <a:lvl4pPr marL="828035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4pPr>
            <a:lvl5pPr marL="1104047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5pPr>
            <a:lvl6pPr marL="1380058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6pPr>
            <a:lvl7pPr marL="1656070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7pPr>
            <a:lvl8pPr marL="1932081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8pPr>
            <a:lvl9pPr marL="2208093" indent="0">
              <a:buNone/>
              <a:defRPr sz="96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3002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1102137"/>
            <a:ext cx="4284266" cy="262691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6" y="1102137"/>
            <a:ext cx="4284266" cy="262691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49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20428"/>
            <a:ext cx="8694539" cy="80024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357" y="1014924"/>
            <a:ext cx="4264576" cy="497399"/>
          </a:xfrm>
        </p:spPr>
        <p:txBody>
          <a:bodyPr anchor="b"/>
          <a:lstStyle>
            <a:lvl1pPr marL="0" indent="0">
              <a:buNone/>
              <a:defRPr sz="1449" b="1"/>
            </a:lvl1pPr>
            <a:lvl2pPr marL="276012" indent="0">
              <a:buNone/>
              <a:defRPr sz="1207" b="1"/>
            </a:lvl2pPr>
            <a:lvl3pPr marL="552023" indent="0">
              <a:buNone/>
              <a:defRPr sz="1087" b="1"/>
            </a:lvl3pPr>
            <a:lvl4pPr marL="828035" indent="0">
              <a:buNone/>
              <a:defRPr sz="966" b="1"/>
            </a:lvl4pPr>
            <a:lvl5pPr marL="1104047" indent="0">
              <a:buNone/>
              <a:defRPr sz="966" b="1"/>
            </a:lvl5pPr>
            <a:lvl6pPr marL="1380058" indent="0">
              <a:buNone/>
              <a:defRPr sz="966" b="1"/>
            </a:lvl6pPr>
            <a:lvl7pPr marL="1656070" indent="0">
              <a:buNone/>
              <a:defRPr sz="966" b="1"/>
            </a:lvl7pPr>
            <a:lvl8pPr marL="1932081" indent="0">
              <a:buNone/>
              <a:defRPr sz="966" b="1"/>
            </a:lvl8pPr>
            <a:lvl9pPr marL="2208093" indent="0">
              <a:buNone/>
              <a:defRPr sz="96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57" y="1512323"/>
            <a:ext cx="4264576" cy="222439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316" y="1014924"/>
            <a:ext cx="4285579" cy="497399"/>
          </a:xfrm>
        </p:spPr>
        <p:txBody>
          <a:bodyPr anchor="b"/>
          <a:lstStyle>
            <a:lvl1pPr marL="0" indent="0">
              <a:buNone/>
              <a:defRPr sz="1449" b="1"/>
            </a:lvl1pPr>
            <a:lvl2pPr marL="276012" indent="0">
              <a:buNone/>
              <a:defRPr sz="1207" b="1"/>
            </a:lvl2pPr>
            <a:lvl3pPr marL="552023" indent="0">
              <a:buNone/>
              <a:defRPr sz="1087" b="1"/>
            </a:lvl3pPr>
            <a:lvl4pPr marL="828035" indent="0">
              <a:buNone/>
              <a:defRPr sz="966" b="1"/>
            </a:lvl4pPr>
            <a:lvl5pPr marL="1104047" indent="0">
              <a:buNone/>
              <a:defRPr sz="966" b="1"/>
            </a:lvl5pPr>
            <a:lvl6pPr marL="1380058" indent="0">
              <a:buNone/>
              <a:defRPr sz="966" b="1"/>
            </a:lvl6pPr>
            <a:lvl7pPr marL="1656070" indent="0">
              <a:buNone/>
              <a:defRPr sz="966" b="1"/>
            </a:lvl7pPr>
            <a:lvl8pPr marL="1932081" indent="0">
              <a:buNone/>
              <a:defRPr sz="966" b="1"/>
            </a:lvl8pPr>
            <a:lvl9pPr marL="2208093" indent="0">
              <a:buNone/>
              <a:defRPr sz="96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316" y="1512323"/>
            <a:ext cx="4285579" cy="222439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638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1250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8445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76013"/>
            <a:ext cx="3251264" cy="966047"/>
          </a:xfrm>
        </p:spPr>
        <p:txBody>
          <a:bodyPr anchor="b"/>
          <a:lstStyle>
            <a:lvl1pPr>
              <a:defRPr sz="19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579" y="596113"/>
            <a:ext cx="5103316" cy="2942225"/>
          </a:xfrm>
        </p:spPr>
        <p:txBody>
          <a:bodyPr/>
          <a:lstStyle>
            <a:lvl1pPr>
              <a:defRPr sz="1932"/>
            </a:lvl1pPr>
            <a:lvl2pPr>
              <a:defRPr sz="1690"/>
            </a:lvl2pPr>
            <a:lvl3pPr>
              <a:defRPr sz="1449"/>
            </a:lvl3pPr>
            <a:lvl4pPr>
              <a:defRPr sz="1207"/>
            </a:lvl4pPr>
            <a:lvl5pPr>
              <a:defRPr sz="1207"/>
            </a:lvl5pPr>
            <a:lvl6pPr>
              <a:defRPr sz="1207"/>
            </a:lvl6pPr>
            <a:lvl7pPr>
              <a:defRPr sz="1207"/>
            </a:lvl7pPr>
            <a:lvl8pPr>
              <a:defRPr sz="1207"/>
            </a:lvl8pPr>
            <a:lvl9pPr>
              <a:defRPr sz="120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242060"/>
            <a:ext cx="3251264" cy="2301070"/>
          </a:xfrm>
        </p:spPr>
        <p:txBody>
          <a:bodyPr/>
          <a:lstStyle>
            <a:lvl1pPr marL="0" indent="0">
              <a:buNone/>
              <a:defRPr sz="966"/>
            </a:lvl1pPr>
            <a:lvl2pPr marL="276012" indent="0">
              <a:buNone/>
              <a:defRPr sz="845"/>
            </a:lvl2pPr>
            <a:lvl3pPr marL="552023" indent="0">
              <a:buNone/>
              <a:defRPr sz="724"/>
            </a:lvl3pPr>
            <a:lvl4pPr marL="828035" indent="0">
              <a:buNone/>
              <a:defRPr sz="604"/>
            </a:lvl4pPr>
            <a:lvl5pPr marL="1104047" indent="0">
              <a:buNone/>
              <a:defRPr sz="604"/>
            </a:lvl5pPr>
            <a:lvl6pPr marL="1380058" indent="0">
              <a:buNone/>
              <a:defRPr sz="604"/>
            </a:lvl6pPr>
            <a:lvl7pPr marL="1656070" indent="0">
              <a:buNone/>
              <a:defRPr sz="604"/>
            </a:lvl7pPr>
            <a:lvl8pPr marL="1932081" indent="0">
              <a:buNone/>
              <a:defRPr sz="604"/>
            </a:lvl8pPr>
            <a:lvl9pPr marL="2208093" indent="0">
              <a:buNone/>
              <a:defRPr sz="60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6630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56" y="276013"/>
            <a:ext cx="3251264" cy="966047"/>
          </a:xfrm>
        </p:spPr>
        <p:txBody>
          <a:bodyPr anchor="b"/>
          <a:lstStyle>
            <a:lvl1pPr>
              <a:defRPr sz="19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5579" y="596113"/>
            <a:ext cx="5103316" cy="2942225"/>
          </a:xfrm>
        </p:spPr>
        <p:txBody>
          <a:bodyPr anchor="t"/>
          <a:lstStyle>
            <a:lvl1pPr marL="0" indent="0">
              <a:buNone/>
              <a:defRPr sz="1932"/>
            </a:lvl1pPr>
            <a:lvl2pPr marL="276012" indent="0">
              <a:buNone/>
              <a:defRPr sz="1690"/>
            </a:lvl2pPr>
            <a:lvl3pPr marL="552023" indent="0">
              <a:buNone/>
              <a:defRPr sz="1449"/>
            </a:lvl3pPr>
            <a:lvl4pPr marL="828035" indent="0">
              <a:buNone/>
              <a:defRPr sz="1207"/>
            </a:lvl4pPr>
            <a:lvl5pPr marL="1104047" indent="0">
              <a:buNone/>
              <a:defRPr sz="1207"/>
            </a:lvl5pPr>
            <a:lvl6pPr marL="1380058" indent="0">
              <a:buNone/>
              <a:defRPr sz="1207"/>
            </a:lvl6pPr>
            <a:lvl7pPr marL="1656070" indent="0">
              <a:buNone/>
              <a:defRPr sz="1207"/>
            </a:lvl7pPr>
            <a:lvl8pPr marL="1932081" indent="0">
              <a:buNone/>
              <a:defRPr sz="1207"/>
            </a:lvl8pPr>
            <a:lvl9pPr marL="2208093" indent="0">
              <a:buNone/>
              <a:defRPr sz="120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4356" y="1242060"/>
            <a:ext cx="3251264" cy="2301070"/>
          </a:xfrm>
        </p:spPr>
        <p:txBody>
          <a:bodyPr/>
          <a:lstStyle>
            <a:lvl1pPr marL="0" indent="0">
              <a:buNone/>
              <a:defRPr sz="966"/>
            </a:lvl1pPr>
            <a:lvl2pPr marL="276012" indent="0">
              <a:buNone/>
              <a:defRPr sz="845"/>
            </a:lvl2pPr>
            <a:lvl3pPr marL="552023" indent="0">
              <a:buNone/>
              <a:defRPr sz="724"/>
            </a:lvl3pPr>
            <a:lvl4pPr marL="828035" indent="0">
              <a:buNone/>
              <a:defRPr sz="604"/>
            </a:lvl4pPr>
            <a:lvl5pPr marL="1104047" indent="0">
              <a:buNone/>
              <a:defRPr sz="604"/>
            </a:lvl5pPr>
            <a:lvl6pPr marL="1380058" indent="0">
              <a:buNone/>
              <a:defRPr sz="604"/>
            </a:lvl6pPr>
            <a:lvl7pPr marL="1656070" indent="0">
              <a:buNone/>
              <a:defRPr sz="604"/>
            </a:lvl7pPr>
            <a:lvl8pPr marL="1932081" indent="0">
              <a:buNone/>
              <a:defRPr sz="604"/>
            </a:lvl8pPr>
            <a:lvl9pPr marL="2208093" indent="0">
              <a:buNone/>
              <a:defRPr sz="60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3712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6444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947" y="220427"/>
            <a:ext cx="2173635" cy="350862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3043" y="220427"/>
            <a:ext cx="6394896" cy="350862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3560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096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3043" y="220428"/>
            <a:ext cx="8694539" cy="800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043" y="1102137"/>
            <a:ext cx="8694539" cy="2626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043" y="3837352"/>
            <a:ext cx="2268141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9207" y="3837352"/>
            <a:ext cx="3402211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19441" y="3837352"/>
            <a:ext cx="2268141" cy="220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41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</p:sldLayoutIdLst>
  <p:hf sldNum="0" hdr="0" ftr="0" dt="0"/>
  <p:txStyles>
    <p:titleStyle>
      <a:lvl1pPr algn="l" defTabSz="552023" rtl="0" eaLnBrk="1" latinLnBrk="0" hangingPunct="1">
        <a:lnSpc>
          <a:spcPct val="90000"/>
        </a:lnSpc>
        <a:spcBef>
          <a:spcPct val="0"/>
        </a:spcBef>
        <a:buNone/>
        <a:defRPr kumimoji="1" sz="26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8006" indent="-138006" algn="l" defTabSz="552023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kumimoji="1" sz="1690" kern="1200">
          <a:solidFill>
            <a:schemeClr val="tx1"/>
          </a:solidFill>
          <a:latin typeface="+mn-lt"/>
          <a:ea typeface="+mn-ea"/>
          <a:cs typeface="+mn-cs"/>
        </a:defRPr>
      </a:lvl1pPr>
      <a:lvl2pPr marL="414017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kumimoji="1" sz="1449" kern="1200">
          <a:solidFill>
            <a:schemeClr val="tx1"/>
          </a:solidFill>
          <a:latin typeface="+mn-lt"/>
          <a:ea typeface="+mn-ea"/>
          <a:cs typeface="+mn-cs"/>
        </a:defRPr>
      </a:lvl2pPr>
      <a:lvl3pPr marL="690029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kumimoji="1" sz="1207" kern="1200">
          <a:solidFill>
            <a:schemeClr val="tx1"/>
          </a:solidFill>
          <a:latin typeface="+mn-lt"/>
          <a:ea typeface="+mn-ea"/>
          <a:cs typeface="+mn-cs"/>
        </a:defRPr>
      </a:lvl3pPr>
      <a:lvl4pPr marL="966041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4pPr>
      <a:lvl5pPr marL="1242052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5pPr>
      <a:lvl6pPr marL="1518064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6pPr>
      <a:lvl7pPr marL="1794076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7pPr>
      <a:lvl8pPr marL="2070087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8pPr>
      <a:lvl9pPr marL="2346099" indent="-138006" algn="l" defTabSz="552023" rtl="0" eaLnBrk="1" latinLnBrk="0" hangingPunct="1">
        <a:lnSpc>
          <a:spcPct val="90000"/>
        </a:lnSpc>
        <a:spcBef>
          <a:spcPts val="302"/>
        </a:spcBef>
        <a:buFont typeface="Arial" panose="020B0604020202020204" pitchFamily="34" charset="0"/>
        <a:buChar char="•"/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2023" rtl="0" eaLnBrk="1" latinLnBrk="0" hangingPunct="1"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1pPr>
      <a:lvl2pPr marL="276012" algn="l" defTabSz="552023" rtl="0" eaLnBrk="1" latinLnBrk="0" hangingPunct="1"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52023" algn="l" defTabSz="552023" rtl="0" eaLnBrk="1" latinLnBrk="0" hangingPunct="1"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3pPr>
      <a:lvl4pPr marL="828035" algn="l" defTabSz="552023" rtl="0" eaLnBrk="1" latinLnBrk="0" hangingPunct="1"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4pPr>
      <a:lvl5pPr marL="1104047" algn="l" defTabSz="552023" rtl="0" eaLnBrk="1" latinLnBrk="0" hangingPunct="1"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5pPr>
      <a:lvl6pPr marL="1380058" algn="l" defTabSz="552023" rtl="0" eaLnBrk="1" latinLnBrk="0" hangingPunct="1"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6pPr>
      <a:lvl7pPr marL="1656070" algn="l" defTabSz="552023" rtl="0" eaLnBrk="1" latinLnBrk="0" hangingPunct="1"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7pPr>
      <a:lvl8pPr marL="1932081" algn="l" defTabSz="552023" rtl="0" eaLnBrk="1" latinLnBrk="0" hangingPunct="1"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8pPr>
      <a:lvl9pPr marL="2208093" algn="l" defTabSz="552023" rtl="0" eaLnBrk="1" latinLnBrk="0" hangingPunct="1">
        <a:defRPr kumimoji="1" sz="1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37C182F-CD71-0BE1-B659-39EC3A2CB0C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39" b="7086"/>
          <a:stretch>
            <a:fillRect/>
          </a:stretch>
        </p:blipFill>
        <p:spPr>
          <a:xfrm>
            <a:off x="53182" y="0"/>
            <a:ext cx="2860421" cy="4140200"/>
          </a:xfrm>
          <a:prstGeom prst="rect">
            <a:avLst/>
          </a:prstGeom>
        </p:spPr>
      </p:pic>
      <p:pic>
        <p:nvPicPr>
          <p:cNvPr id="6" name="図 5" descr="ダイアグラム, 設計図&#10;&#10;AI 生成コンテンツは誤りを含む可能性があります。">
            <a:extLst>
              <a:ext uri="{FF2B5EF4-FFF2-40B4-BE49-F238E27FC236}">
                <a16:creationId xmlns:a16="http://schemas.microsoft.com/office/drawing/2014/main" id="{403BC5B7-AB0D-8C6D-EA0F-744BA86D1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735" y="-19050"/>
            <a:ext cx="3613904" cy="4140200"/>
          </a:xfrm>
          <a:prstGeom prst="rect">
            <a:avLst/>
          </a:prstGeom>
        </p:spPr>
      </p:pic>
      <p:pic>
        <p:nvPicPr>
          <p:cNvPr id="8" name="図 7" descr="ダイアグラム, 設計図&#10;&#10;AI 生成コンテンツは誤りを含む可能性があります。">
            <a:extLst>
              <a:ext uri="{FF2B5EF4-FFF2-40B4-BE49-F238E27FC236}">
                <a16:creationId xmlns:a16="http://schemas.microsoft.com/office/drawing/2014/main" id="{008F4442-8697-B523-9069-23302DBE2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428" y="110567"/>
            <a:ext cx="3353268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4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</TotalTime>
  <Words>0</Words>
  <Application>Microsoft Office PowerPoint</Application>
  <PresentationFormat>ユーザー設定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Uchiyama</dc:creator>
  <cp:lastModifiedBy>Yusuke Uchiyama</cp:lastModifiedBy>
  <cp:revision>3</cp:revision>
  <dcterms:created xsi:type="dcterms:W3CDTF">2025-06-10T02:51:25Z</dcterms:created>
  <dcterms:modified xsi:type="dcterms:W3CDTF">2025-12-16T06:05:21Z</dcterms:modified>
</cp:coreProperties>
</file>