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</p:sldIdLst>
  <p:sldSz cx="5759450" cy="2952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D9E95F-F967-4F50-B2ED-4C21BEE381AB}" v="11" dt="2024-12-26T07:53:23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6" autoAdjust="0"/>
    <p:restoredTop sz="94660"/>
  </p:normalViewPr>
  <p:slideViewPr>
    <p:cSldViewPr snapToGrid="0">
      <p:cViewPr varScale="1">
        <p:scale>
          <a:sx n="243" d="100"/>
          <a:sy n="243" d="100"/>
        </p:scale>
        <p:origin x="18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D9D9E95F-F967-4F50-B2ED-4C21BEE381AB}"/>
    <pc:docChg chg="undo redo custSel modSld">
      <pc:chgData name="UCHIYAMA Yuusuke" userId="758e3d5f-3bbb-4028-bd3a-66c5ef996226" providerId="ADAL" clId="{D9D9E95F-F967-4F50-B2ED-4C21BEE381AB}" dt="2024-12-26T07:52:58.228" v="211" actId="1076"/>
      <pc:docMkLst>
        <pc:docMk/>
      </pc:docMkLst>
      <pc:sldChg chg="addSp delSp modSp mod">
        <pc:chgData name="UCHIYAMA Yuusuke" userId="758e3d5f-3bbb-4028-bd3a-66c5ef996226" providerId="ADAL" clId="{D9D9E95F-F967-4F50-B2ED-4C21BEE381AB}" dt="2024-12-26T07:52:58.228" v="211" actId="1076"/>
        <pc:sldMkLst>
          <pc:docMk/>
          <pc:sldMk cId="1699194054" sldId="256"/>
        </pc:sldMkLst>
        <pc:spChg chg="add del mod topLvl">
          <ac:chgData name="UCHIYAMA Yuusuke" userId="758e3d5f-3bbb-4028-bd3a-66c5ef996226" providerId="ADAL" clId="{D9D9E95F-F967-4F50-B2ED-4C21BEE381AB}" dt="2024-12-26T07:45:44.819" v="210" actId="20577"/>
          <ac:spMkLst>
            <pc:docMk/>
            <pc:sldMk cId="1699194054" sldId="256"/>
            <ac:spMk id="42" creationId="{F2690CF2-D2B1-3CD2-0D89-0F2DE99B2D3C}"/>
          </ac:spMkLst>
        </pc:spChg>
        <pc:spChg chg="add del mod topLvl">
          <ac:chgData name="UCHIYAMA Yuusuke" userId="758e3d5f-3bbb-4028-bd3a-66c5ef996226" providerId="ADAL" clId="{D9D9E95F-F967-4F50-B2ED-4C21BEE381AB}" dt="2024-12-24T08:20:17.241" v="206" actId="1076"/>
          <ac:spMkLst>
            <pc:docMk/>
            <pc:sldMk cId="1699194054" sldId="256"/>
            <ac:spMk id="43" creationId="{5ED4E981-7DF4-CC72-A7F3-10DA8FC6AE89}"/>
          </ac:spMkLst>
        </pc:spChg>
        <pc:spChg chg="add del mod topLvl">
          <ac:chgData name="UCHIYAMA Yuusuke" userId="758e3d5f-3bbb-4028-bd3a-66c5ef996226" providerId="ADAL" clId="{D9D9E95F-F967-4F50-B2ED-4C21BEE381AB}" dt="2024-12-24T08:20:07.866" v="203" actId="1076"/>
          <ac:spMkLst>
            <pc:docMk/>
            <pc:sldMk cId="1699194054" sldId="256"/>
            <ac:spMk id="45" creationId="{C738EC1A-B522-FC8A-3FC0-DE25CC2CB940}"/>
          </ac:spMkLst>
        </pc:spChg>
        <pc:spChg chg="add del mod topLvl">
          <ac:chgData name="UCHIYAMA Yuusuke" userId="758e3d5f-3bbb-4028-bd3a-66c5ef996226" providerId="ADAL" clId="{D9D9E95F-F967-4F50-B2ED-4C21BEE381AB}" dt="2024-12-24T08:18:41.112" v="107" actId="21"/>
          <ac:spMkLst>
            <pc:docMk/>
            <pc:sldMk cId="1699194054" sldId="256"/>
            <ac:spMk id="47" creationId="{D4FEAB4A-C7D1-B1DA-D3E0-CA273DA18A07}"/>
          </ac:spMkLst>
        </pc:spChg>
        <pc:spChg chg="add del mod topLvl">
          <ac:chgData name="UCHIYAMA Yuusuke" userId="758e3d5f-3bbb-4028-bd3a-66c5ef996226" providerId="ADAL" clId="{D9D9E95F-F967-4F50-B2ED-4C21BEE381AB}" dt="2024-12-24T08:20:10.829" v="204" actId="1076"/>
          <ac:spMkLst>
            <pc:docMk/>
            <pc:sldMk cId="1699194054" sldId="256"/>
            <ac:spMk id="48" creationId="{6DA96541-E45F-E81A-460B-DB4E1AC03BA9}"/>
          </ac:spMkLst>
        </pc:spChg>
        <pc:spChg chg="add del mod topLvl">
          <ac:chgData name="UCHIYAMA Yuusuke" userId="758e3d5f-3bbb-4028-bd3a-66c5ef996226" providerId="ADAL" clId="{D9D9E95F-F967-4F50-B2ED-4C21BEE381AB}" dt="2024-12-24T08:18:43.783" v="108" actId="21"/>
          <ac:spMkLst>
            <pc:docMk/>
            <pc:sldMk cId="1699194054" sldId="256"/>
            <ac:spMk id="50" creationId="{6C69C274-D00A-5940-6337-56CF7CF01154}"/>
          </ac:spMkLst>
        </pc:spChg>
        <pc:grpChg chg="add del">
          <ac:chgData name="UCHIYAMA Yuusuke" userId="758e3d5f-3bbb-4028-bd3a-66c5ef996226" providerId="ADAL" clId="{D9D9E95F-F967-4F50-B2ED-4C21BEE381AB}" dt="2024-12-24T08:16:58.631" v="15" actId="21"/>
          <ac:grpSpMkLst>
            <pc:docMk/>
            <pc:sldMk cId="1699194054" sldId="256"/>
            <ac:grpSpMk id="39" creationId="{46E5F56C-B4E9-FD9F-9631-B65B901ECFB3}"/>
          </ac:grpSpMkLst>
        </pc:grpChg>
        <pc:grpChg chg="add del mod">
          <ac:chgData name="UCHIYAMA Yuusuke" userId="758e3d5f-3bbb-4028-bd3a-66c5ef996226" providerId="ADAL" clId="{D9D9E95F-F967-4F50-B2ED-4C21BEE381AB}" dt="2024-12-24T08:16:56.536" v="13" actId="164"/>
          <ac:grpSpMkLst>
            <pc:docMk/>
            <pc:sldMk cId="1699194054" sldId="256"/>
            <ac:grpSpMk id="51" creationId="{D87BFDCE-7BF9-B489-6265-6518374DF3F2}"/>
          </ac:grpSpMkLst>
        </pc:grpChg>
        <pc:grpChg chg="add mod">
          <ac:chgData name="UCHIYAMA Yuusuke" userId="758e3d5f-3bbb-4028-bd3a-66c5ef996226" providerId="ADAL" clId="{D9D9E95F-F967-4F50-B2ED-4C21BEE381AB}" dt="2024-12-26T07:52:58.228" v="211" actId="1076"/>
          <ac:grpSpMkLst>
            <pc:docMk/>
            <pc:sldMk cId="1699194054" sldId="256"/>
            <ac:grpSpMk id="52" creationId="{1FBD94D5-4EFE-E1AF-C5B9-03218C37D6CD}"/>
          </ac:grpSpMkLst>
        </pc:grpChg>
        <pc:picChg chg="add mod topLvl">
          <ac:chgData name="UCHIYAMA Yuusuke" userId="758e3d5f-3bbb-4028-bd3a-66c5ef996226" providerId="ADAL" clId="{D9D9E95F-F967-4F50-B2ED-4C21BEE381AB}" dt="2024-12-24T08:17:03.393" v="16" actId="164"/>
          <ac:picMkLst>
            <pc:docMk/>
            <pc:sldMk cId="1699194054" sldId="256"/>
            <ac:picMk id="40" creationId="{84D487F5-5BD1-9D03-72AD-F5528C761635}"/>
          </ac:picMkLst>
        </pc:picChg>
        <pc:cxnChg chg="add del mod topLvl">
          <ac:chgData name="UCHIYAMA Yuusuke" userId="758e3d5f-3bbb-4028-bd3a-66c5ef996226" providerId="ADAL" clId="{D9D9E95F-F967-4F50-B2ED-4C21BEE381AB}" dt="2024-12-24T08:19:42.608" v="197" actId="14100"/>
          <ac:cxnSpMkLst>
            <pc:docMk/>
            <pc:sldMk cId="1699194054" sldId="256"/>
            <ac:cxnSpMk id="41" creationId="{E369C04E-D329-D396-5772-4F3BF52579CD}"/>
          </ac:cxnSpMkLst>
        </pc:cxnChg>
        <pc:cxnChg chg="add del mod topLvl">
          <ac:chgData name="UCHIYAMA Yuusuke" userId="758e3d5f-3bbb-4028-bd3a-66c5ef996226" providerId="ADAL" clId="{D9D9E95F-F967-4F50-B2ED-4C21BEE381AB}" dt="2024-12-24T08:20:19.987" v="207" actId="14100"/>
          <ac:cxnSpMkLst>
            <pc:docMk/>
            <pc:sldMk cId="1699194054" sldId="256"/>
            <ac:cxnSpMk id="44" creationId="{0E57BE57-68B5-13A8-43D3-C587C422D7ED}"/>
          </ac:cxnSpMkLst>
        </pc:cxnChg>
        <pc:cxnChg chg="add del mod topLvl">
          <ac:chgData name="UCHIYAMA Yuusuke" userId="758e3d5f-3bbb-4028-bd3a-66c5ef996226" providerId="ADAL" clId="{D9D9E95F-F967-4F50-B2ED-4C21BEE381AB}" dt="2024-12-24T08:17:03.393" v="16" actId="164"/>
          <ac:cxnSpMkLst>
            <pc:docMk/>
            <pc:sldMk cId="1699194054" sldId="256"/>
            <ac:cxnSpMk id="46" creationId="{767B344A-46AF-9405-1886-28A0CE3EB72A}"/>
          </ac:cxnSpMkLst>
        </pc:cxnChg>
        <pc:cxnChg chg="add del mod topLvl">
          <ac:chgData name="UCHIYAMA Yuusuke" userId="758e3d5f-3bbb-4028-bd3a-66c5ef996226" providerId="ADAL" clId="{D9D9E95F-F967-4F50-B2ED-4C21BEE381AB}" dt="2024-12-24T08:20:13.972" v="205" actId="14100"/>
          <ac:cxnSpMkLst>
            <pc:docMk/>
            <pc:sldMk cId="1699194054" sldId="256"/>
            <ac:cxnSpMk id="49" creationId="{F6B80222-01F4-6896-533C-02CFFB5E38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31" y="483240"/>
            <a:ext cx="4319588" cy="1027994"/>
          </a:xfrm>
        </p:spPr>
        <p:txBody>
          <a:bodyPr anchor="b"/>
          <a:lstStyle>
            <a:lvl1pPr algn="ctr">
              <a:defRPr sz="258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1550877"/>
            <a:ext cx="4319588" cy="712898"/>
          </a:xfrm>
        </p:spPr>
        <p:txBody>
          <a:bodyPr/>
          <a:lstStyle>
            <a:lvl1pPr marL="0" indent="0" algn="ctr">
              <a:buNone/>
              <a:defRPr sz="1033"/>
            </a:lvl1pPr>
            <a:lvl2pPr marL="196870" indent="0" algn="ctr">
              <a:buNone/>
              <a:defRPr sz="861"/>
            </a:lvl2pPr>
            <a:lvl3pPr marL="393741" indent="0" algn="ctr">
              <a:buNone/>
              <a:defRPr sz="775"/>
            </a:lvl3pPr>
            <a:lvl4pPr marL="590611" indent="0" algn="ctr">
              <a:buNone/>
              <a:defRPr sz="689"/>
            </a:lvl4pPr>
            <a:lvl5pPr marL="787481" indent="0" algn="ctr">
              <a:buNone/>
              <a:defRPr sz="689"/>
            </a:lvl5pPr>
            <a:lvl6pPr marL="984352" indent="0" algn="ctr">
              <a:buNone/>
              <a:defRPr sz="689"/>
            </a:lvl6pPr>
            <a:lvl7pPr marL="1181222" indent="0" algn="ctr">
              <a:buNone/>
              <a:defRPr sz="689"/>
            </a:lvl7pPr>
            <a:lvl8pPr marL="1378092" indent="0" algn="ctr">
              <a:buNone/>
              <a:defRPr sz="689"/>
            </a:lvl8pPr>
            <a:lvl9pPr marL="1574963" indent="0" algn="ctr">
              <a:buNone/>
              <a:defRPr sz="689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89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14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736137"/>
            <a:ext cx="4967526" cy="1228262"/>
          </a:xfrm>
        </p:spPr>
        <p:txBody>
          <a:bodyPr anchor="b"/>
          <a:lstStyle>
            <a:lvl1pPr>
              <a:defRPr sz="258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1976019"/>
            <a:ext cx="4967526" cy="645914"/>
          </a:xfrm>
        </p:spPr>
        <p:txBody>
          <a:bodyPr/>
          <a:lstStyle>
            <a:lvl1pPr marL="0" indent="0">
              <a:buNone/>
              <a:defRPr sz="1033">
                <a:solidFill>
                  <a:schemeClr val="tx1">
                    <a:tint val="82000"/>
                  </a:schemeClr>
                </a:solidFill>
              </a:defRPr>
            </a:lvl1pPr>
            <a:lvl2pPr marL="196870" indent="0">
              <a:buNone/>
              <a:defRPr sz="861">
                <a:solidFill>
                  <a:schemeClr val="tx1">
                    <a:tint val="82000"/>
                  </a:schemeClr>
                </a:solidFill>
              </a:defRPr>
            </a:lvl2pPr>
            <a:lvl3pPr marL="393741" indent="0">
              <a:buNone/>
              <a:defRPr sz="775">
                <a:solidFill>
                  <a:schemeClr val="tx1">
                    <a:tint val="82000"/>
                  </a:schemeClr>
                </a:solidFill>
              </a:defRPr>
            </a:lvl3pPr>
            <a:lvl4pPr marL="590611" indent="0">
              <a:buNone/>
              <a:defRPr sz="689">
                <a:solidFill>
                  <a:schemeClr val="tx1">
                    <a:tint val="82000"/>
                  </a:schemeClr>
                </a:solidFill>
              </a:defRPr>
            </a:lvl4pPr>
            <a:lvl5pPr marL="787481" indent="0">
              <a:buNone/>
              <a:defRPr sz="689">
                <a:solidFill>
                  <a:schemeClr val="tx1">
                    <a:tint val="82000"/>
                  </a:schemeClr>
                </a:solidFill>
              </a:defRPr>
            </a:lvl5pPr>
            <a:lvl6pPr marL="984352" indent="0">
              <a:buNone/>
              <a:defRPr sz="689">
                <a:solidFill>
                  <a:schemeClr val="tx1">
                    <a:tint val="82000"/>
                  </a:schemeClr>
                </a:solidFill>
              </a:defRPr>
            </a:lvl6pPr>
            <a:lvl7pPr marL="1181222" indent="0">
              <a:buNone/>
              <a:defRPr sz="689">
                <a:solidFill>
                  <a:schemeClr val="tx1">
                    <a:tint val="82000"/>
                  </a:schemeClr>
                </a:solidFill>
              </a:defRPr>
            </a:lvl7pPr>
            <a:lvl8pPr marL="1378092" indent="0">
              <a:buNone/>
              <a:defRPr sz="689">
                <a:solidFill>
                  <a:schemeClr val="tx1">
                    <a:tint val="82000"/>
                  </a:schemeClr>
                </a:solidFill>
              </a:defRPr>
            </a:lvl8pPr>
            <a:lvl9pPr marL="1574963" indent="0">
              <a:buNone/>
              <a:defRPr sz="6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726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786033"/>
            <a:ext cx="2447766" cy="18734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786033"/>
            <a:ext cx="2447766" cy="18734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92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157207"/>
            <a:ext cx="4967526" cy="5707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723834"/>
            <a:ext cx="2436517" cy="354740"/>
          </a:xfrm>
        </p:spPr>
        <p:txBody>
          <a:bodyPr anchor="b"/>
          <a:lstStyle>
            <a:lvl1pPr marL="0" indent="0">
              <a:buNone/>
              <a:defRPr sz="1033" b="1"/>
            </a:lvl1pPr>
            <a:lvl2pPr marL="196870" indent="0">
              <a:buNone/>
              <a:defRPr sz="861" b="1"/>
            </a:lvl2pPr>
            <a:lvl3pPr marL="393741" indent="0">
              <a:buNone/>
              <a:defRPr sz="775" b="1"/>
            </a:lvl3pPr>
            <a:lvl4pPr marL="590611" indent="0">
              <a:buNone/>
              <a:defRPr sz="689" b="1"/>
            </a:lvl4pPr>
            <a:lvl5pPr marL="787481" indent="0">
              <a:buNone/>
              <a:defRPr sz="689" b="1"/>
            </a:lvl5pPr>
            <a:lvl6pPr marL="984352" indent="0">
              <a:buNone/>
              <a:defRPr sz="689" b="1"/>
            </a:lvl6pPr>
            <a:lvl7pPr marL="1181222" indent="0">
              <a:buNone/>
              <a:defRPr sz="689" b="1"/>
            </a:lvl7pPr>
            <a:lvl8pPr marL="1378092" indent="0">
              <a:buNone/>
              <a:defRPr sz="689" b="1"/>
            </a:lvl8pPr>
            <a:lvl9pPr marL="1574963" indent="0">
              <a:buNone/>
              <a:defRPr sz="68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078574"/>
            <a:ext cx="2436517" cy="15864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723834"/>
            <a:ext cx="2448516" cy="354740"/>
          </a:xfrm>
        </p:spPr>
        <p:txBody>
          <a:bodyPr anchor="b"/>
          <a:lstStyle>
            <a:lvl1pPr marL="0" indent="0">
              <a:buNone/>
              <a:defRPr sz="1033" b="1"/>
            </a:lvl1pPr>
            <a:lvl2pPr marL="196870" indent="0">
              <a:buNone/>
              <a:defRPr sz="861" b="1"/>
            </a:lvl2pPr>
            <a:lvl3pPr marL="393741" indent="0">
              <a:buNone/>
              <a:defRPr sz="775" b="1"/>
            </a:lvl3pPr>
            <a:lvl4pPr marL="590611" indent="0">
              <a:buNone/>
              <a:defRPr sz="689" b="1"/>
            </a:lvl4pPr>
            <a:lvl5pPr marL="787481" indent="0">
              <a:buNone/>
              <a:defRPr sz="689" b="1"/>
            </a:lvl5pPr>
            <a:lvl6pPr marL="984352" indent="0">
              <a:buNone/>
              <a:defRPr sz="689" b="1"/>
            </a:lvl6pPr>
            <a:lvl7pPr marL="1181222" indent="0">
              <a:buNone/>
              <a:defRPr sz="689" b="1"/>
            </a:lvl7pPr>
            <a:lvl8pPr marL="1378092" indent="0">
              <a:buNone/>
              <a:defRPr sz="689" b="1"/>
            </a:lvl8pPr>
            <a:lvl9pPr marL="1574963" indent="0">
              <a:buNone/>
              <a:defRPr sz="68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078574"/>
            <a:ext cx="2448516" cy="15864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78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512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3561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96850"/>
            <a:ext cx="1857572" cy="688975"/>
          </a:xfrm>
        </p:spPr>
        <p:txBody>
          <a:bodyPr anchor="b"/>
          <a:lstStyle>
            <a:lvl1pPr>
              <a:defRPr sz="137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425142"/>
            <a:ext cx="2915722" cy="2098366"/>
          </a:xfrm>
        </p:spPr>
        <p:txBody>
          <a:bodyPr/>
          <a:lstStyle>
            <a:lvl1pPr>
              <a:defRPr sz="1378"/>
            </a:lvl1pPr>
            <a:lvl2pPr>
              <a:defRPr sz="1206"/>
            </a:lvl2pPr>
            <a:lvl3pPr>
              <a:defRPr sz="1033"/>
            </a:lvl3pPr>
            <a:lvl4pPr>
              <a:defRPr sz="861"/>
            </a:lvl4pPr>
            <a:lvl5pPr>
              <a:defRPr sz="861"/>
            </a:lvl5pPr>
            <a:lvl6pPr>
              <a:defRPr sz="861"/>
            </a:lvl6pPr>
            <a:lvl7pPr>
              <a:defRPr sz="861"/>
            </a:lvl7pPr>
            <a:lvl8pPr>
              <a:defRPr sz="861"/>
            </a:lvl8pPr>
            <a:lvl9pPr>
              <a:defRPr sz="86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885825"/>
            <a:ext cx="1857572" cy="1641100"/>
          </a:xfrm>
        </p:spPr>
        <p:txBody>
          <a:bodyPr/>
          <a:lstStyle>
            <a:lvl1pPr marL="0" indent="0">
              <a:buNone/>
              <a:defRPr sz="689"/>
            </a:lvl1pPr>
            <a:lvl2pPr marL="196870" indent="0">
              <a:buNone/>
              <a:defRPr sz="603"/>
            </a:lvl2pPr>
            <a:lvl3pPr marL="393741" indent="0">
              <a:buNone/>
              <a:defRPr sz="517"/>
            </a:lvl3pPr>
            <a:lvl4pPr marL="590611" indent="0">
              <a:buNone/>
              <a:defRPr sz="431"/>
            </a:lvl4pPr>
            <a:lvl5pPr marL="787481" indent="0">
              <a:buNone/>
              <a:defRPr sz="431"/>
            </a:lvl5pPr>
            <a:lvl6pPr marL="984352" indent="0">
              <a:buNone/>
              <a:defRPr sz="431"/>
            </a:lvl6pPr>
            <a:lvl7pPr marL="1181222" indent="0">
              <a:buNone/>
              <a:defRPr sz="431"/>
            </a:lvl7pPr>
            <a:lvl8pPr marL="1378092" indent="0">
              <a:buNone/>
              <a:defRPr sz="431"/>
            </a:lvl8pPr>
            <a:lvl9pPr marL="1574963" indent="0">
              <a:buNone/>
              <a:defRPr sz="43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74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96850"/>
            <a:ext cx="1857572" cy="688975"/>
          </a:xfrm>
        </p:spPr>
        <p:txBody>
          <a:bodyPr anchor="b"/>
          <a:lstStyle>
            <a:lvl1pPr>
              <a:defRPr sz="137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425142"/>
            <a:ext cx="2915722" cy="2098366"/>
          </a:xfrm>
        </p:spPr>
        <p:txBody>
          <a:bodyPr anchor="t"/>
          <a:lstStyle>
            <a:lvl1pPr marL="0" indent="0">
              <a:buNone/>
              <a:defRPr sz="1378"/>
            </a:lvl1pPr>
            <a:lvl2pPr marL="196870" indent="0">
              <a:buNone/>
              <a:defRPr sz="1206"/>
            </a:lvl2pPr>
            <a:lvl3pPr marL="393741" indent="0">
              <a:buNone/>
              <a:defRPr sz="1033"/>
            </a:lvl3pPr>
            <a:lvl4pPr marL="590611" indent="0">
              <a:buNone/>
              <a:defRPr sz="861"/>
            </a:lvl4pPr>
            <a:lvl5pPr marL="787481" indent="0">
              <a:buNone/>
              <a:defRPr sz="861"/>
            </a:lvl5pPr>
            <a:lvl6pPr marL="984352" indent="0">
              <a:buNone/>
              <a:defRPr sz="861"/>
            </a:lvl6pPr>
            <a:lvl7pPr marL="1181222" indent="0">
              <a:buNone/>
              <a:defRPr sz="861"/>
            </a:lvl7pPr>
            <a:lvl8pPr marL="1378092" indent="0">
              <a:buNone/>
              <a:defRPr sz="861"/>
            </a:lvl8pPr>
            <a:lvl9pPr marL="1574963" indent="0">
              <a:buNone/>
              <a:defRPr sz="861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885825"/>
            <a:ext cx="1857572" cy="1641100"/>
          </a:xfrm>
        </p:spPr>
        <p:txBody>
          <a:bodyPr/>
          <a:lstStyle>
            <a:lvl1pPr marL="0" indent="0">
              <a:buNone/>
              <a:defRPr sz="689"/>
            </a:lvl1pPr>
            <a:lvl2pPr marL="196870" indent="0">
              <a:buNone/>
              <a:defRPr sz="603"/>
            </a:lvl2pPr>
            <a:lvl3pPr marL="393741" indent="0">
              <a:buNone/>
              <a:defRPr sz="517"/>
            </a:lvl3pPr>
            <a:lvl4pPr marL="590611" indent="0">
              <a:buNone/>
              <a:defRPr sz="431"/>
            </a:lvl4pPr>
            <a:lvl5pPr marL="787481" indent="0">
              <a:buNone/>
              <a:defRPr sz="431"/>
            </a:lvl5pPr>
            <a:lvl6pPr marL="984352" indent="0">
              <a:buNone/>
              <a:defRPr sz="431"/>
            </a:lvl6pPr>
            <a:lvl7pPr marL="1181222" indent="0">
              <a:buNone/>
              <a:defRPr sz="431"/>
            </a:lvl7pPr>
            <a:lvl8pPr marL="1378092" indent="0">
              <a:buNone/>
              <a:defRPr sz="431"/>
            </a:lvl8pPr>
            <a:lvl9pPr marL="1574963" indent="0">
              <a:buNone/>
              <a:defRPr sz="43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69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868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157207"/>
            <a:ext cx="1241881" cy="250231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2" y="157207"/>
            <a:ext cx="3653651" cy="250231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1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157207"/>
            <a:ext cx="4967526" cy="570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786033"/>
            <a:ext cx="4967526" cy="187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2736762"/>
            <a:ext cx="1295876" cy="1572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2736762"/>
            <a:ext cx="1943814" cy="1572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2736762"/>
            <a:ext cx="1295876" cy="1572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953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393741" rtl="0" eaLnBrk="1" latinLnBrk="0" hangingPunct="1">
        <a:lnSpc>
          <a:spcPct val="90000"/>
        </a:lnSpc>
        <a:spcBef>
          <a:spcPct val="0"/>
        </a:spcBef>
        <a:buNone/>
        <a:defRPr kumimoji="1" sz="18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8435" indent="-98435" algn="l" defTabSz="393741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kumimoji="1" sz="1206" kern="1200">
          <a:solidFill>
            <a:schemeClr val="tx1"/>
          </a:solidFill>
          <a:latin typeface="+mn-lt"/>
          <a:ea typeface="+mn-ea"/>
          <a:cs typeface="+mn-cs"/>
        </a:defRPr>
      </a:lvl1pPr>
      <a:lvl2pPr marL="295305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1033" kern="1200">
          <a:solidFill>
            <a:schemeClr val="tx1"/>
          </a:solidFill>
          <a:latin typeface="+mn-lt"/>
          <a:ea typeface="+mn-ea"/>
          <a:cs typeface="+mn-cs"/>
        </a:defRPr>
      </a:lvl2pPr>
      <a:lvl3pPr marL="492176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861" kern="1200">
          <a:solidFill>
            <a:schemeClr val="tx1"/>
          </a:solidFill>
          <a:latin typeface="+mn-lt"/>
          <a:ea typeface="+mn-ea"/>
          <a:cs typeface="+mn-cs"/>
        </a:defRPr>
      </a:lvl3pPr>
      <a:lvl4pPr marL="689046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4pPr>
      <a:lvl5pPr marL="885916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5pPr>
      <a:lvl6pPr marL="1082787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6pPr>
      <a:lvl7pPr marL="1279657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7pPr>
      <a:lvl8pPr marL="1476527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8pPr>
      <a:lvl9pPr marL="1673398" indent="-98435" algn="l" defTabSz="393741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1pPr>
      <a:lvl2pPr marL="196870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2pPr>
      <a:lvl3pPr marL="393741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3pPr>
      <a:lvl4pPr marL="590611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4pPr>
      <a:lvl5pPr marL="787481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5pPr>
      <a:lvl6pPr marL="984352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6pPr>
      <a:lvl7pPr marL="1181222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7pPr>
      <a:lvl8pPr marL="1378092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8pPr>
      <a:lvl9pPr marL="1574963" algn="l" defTabSz="393741" rtl="0" eaLnBrk="1" latinLnBrk="0" hangingPunct="1">
        <a:defRPr kumimoji="1" sz="7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1FBD94D5-4EFE-E1AF-C5B9-03218C37D6CD}"/>
              </a:ext>
            </a:extLst>
          </p:cNvPr>
          <p:cNvGrpSpPr/>
          <p:nvPr/>
        </p:nvGrpSpPr>
        <p:grpSpPr>
          <a:xfrm>
            <a:off x="68075" y="140053"/>
            <a:ext cx="5623303" cy="2850850"/>
            <a:chOff x="7460464" y="32963765"/>
            <a:chExt cx="5623303" cy="2850850"/>
          </a:xfrm>
        </p:grpSpPr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84D487F5-5BD1-9D03-72AD-F5528C761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0464" y="32963765"/>
              <a:ext cx="4092111" cy="2850850"/>
            </a:xfrm>
            <a:prstGeom prst="rect">
              <a:avLst/>
            </a:prstGeom>
          </p:spPr>
        </p:pic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E369C04E-D329-D396-5772-4F3BF5257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5701" y="35494302"/>
              <a:ext cx="521870" cy="12705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F2690CF2-D2B1-3CD2-0D89-0F2DE99B2D3C}"/>
                </a:ext>
              </a:extLst>
            </p:cNvPr>
            <p:cNvSpPr txBox="1"/>
            <p:nvPr/>
          </p:nvSpPr>
          <p:spPr>
            <a:xfrm>
              <a:off x="10473667" y="35281891"/>
              <a:ext cx="1930400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700"/>
                <a:t>Black-body </a:t>
              </a:r>
              <a:r>
                <a:rPr kumimoji="1" lang="en-US" altLang="ja-JP" sz="1700" dirty="0"/>
                <a:t>plate</a:t>
              </a:r>
              <a:endParaRPr kumimoji="1" lang="ja-JP" altLang="en-US" sz="1700" dirty="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5ED4E981-7DF4-CC72-A7F3-10DA8FC6AE89}"/>
                </a:ext>
              </a:extLst>
            </p:cNvPr>
            <p:cNvSpPr txBox="1"/>
            <p:nvPr/>
          </p:nvSpPr>
          <p:spPr>
            <a:xfrm>
              <a:off x="10553443" y="33028416"/>
              <a:ext cx="2423740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00" dirty="0"/>
                <a:t>Thermal isolation shield</a:t>
              </a:r>
              <a:endParaRPr kumimoji="1" lang="ja-JP" altLang="en-US" sz="1700" dirty="0"/>
            </a:p>
          </p:txBody>
        </p: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0E57BE57-68B5-13A8-43D3-C587C422D7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1831" y="33205387"/>
              <a:ext cx="791612" cy="169995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C738EC1A-B522-FC8A-3FC0-DE25CC2CB940}"/>
                </a:ext>
              </a:extLst>
            </p:cNvPr>
            <p:cNvSpPr txBox="1"/>
            <p:nvPr/>
          </p:nvSpPr>
          <p:spPr>
            <a:xfrm>
              <a:off x="11484996" y="34068539"/>
              <a:ext cx="1598771" cy="877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ja-JP" sz="1700" dirty="0"/>
                <a:t>SS304 plate to </a:t>
              </a:r>
              <a:br>
                <a:rPr kumimoji="1" lang="en-US" altLang="ja-JP" sz="1700" dirty="0"/>
              </a:br>
              <a:r>
                <a:rPr kumimoji="1" lang="en-US" altLang="ja-JP" sz="1700" dirty="0"/>
                <a:t>suppress </a:t>
              </a:r>
              <a:r>
                <a:rPr lang="en-US" altLang="ja-JP" sz="1700" dirty="0"/>
                <a:t>eddy </a:t>
              </a:r>
              <a:br>
                <a:rPr lang="en-US" altLang="ja-JP" sz="1700" dirty="0"/>
              </a:br>
              <a:r>
                <a:rPr lang="en-US" altLang="ja-JP" sz="1700" dirty="0"/>
                <a:t>current force</a:t>
              </a:r>
              <a:r>
                <a:rPr lang="ja-JP" altLang="en-US" sz="1700" dirty="0"/>
                <a:t> </a:t>
              </a:r>
              <a:endParaRPr kumimoji="1" lang="ja-JP" altLang="en-US" sz="1700" dirty="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767B344A-46AF-9405-1886-28A0CE3EB7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7571" y="34326076"/>
              <a:ext cx="1134336" cy="283438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6DA96541-E45F-E81A-460B-DB4E1AC03BA9}"/>
                </a:ext>
              </a:extLst>
            </p:cNvPr>
            <p:cNvSpPr txBox="1"/>
            <p:nvPr/>
          </p:nvSpPr>
          <p:spPr>
            <a:xfrm>
              <a:off x="11501907" y="33523821"/>
              <a:ext cx="1475276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ja-JP" sz="1700" dirty="0"/>
                <a:t>Cooling plate</a:t>
              </a:r>
              <a:endParaRPr kumimoji="1" lang="ja-JP" altLang="en-US" sz="1700" dirty="0"/>
            </a:p>
          </p:txBody>
        </p: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F6B80222-01F4-6896-533C-02CFFB5E380C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flipH="1">
              <a:off x="10737906" y="33700793"/>
              <a:ext cx="764001" cy="19066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919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16</Words>
  <Application>Microsoft Office PowerPoint</Application>
  <PresentationFormat>ユーザー設定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3</cp:revision>
  <dcterms:created xsi:type="dcterms:W3CDTF">2024-12-24T07:01:47Z</dcterms:created>
  <dcterms:modified xsi:type="dcterms:W3CDTF">2024-12-26T07:53:25Z</dcterms:modified>
</cp:coreProperties>
</file>